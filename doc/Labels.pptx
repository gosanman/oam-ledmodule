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9" r:id="rId4"/>
    <p:sldId id="258" r:id="rId5"/>
    <p:sldId id="257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3C15"/>
    <a:srgbClr val="F2A16A"/>
    <a:srgbClr val="FF1515"/>
    <a:srgbClr val="FF3300"/>
    <a:srgbClr val="FF7D7D"/>
    <a:srgbClr val="FF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50" d="100"/>
          <a:sy n="150" d="100"/>
        </p:scale>
        <p:origin x="214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CD9AC1-809B-4E2A-8297-BF47864A7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85423A0-65C1-4F6B-9E69-84570F8679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371756-1BFD-4FA6-90C2-A08FA001F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85964-12C0-46FB-9AC3-21523FFAE508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4AB291-D5CB-4771-AD6B-F9F8001F7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C36DEC-A38C-48EF-BE91-5D0C23863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A9F4-2DE7-4E59-85E3-A8FA1C1C4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3893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D510A0-1A4C-436A-BCCE-50F3D6166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C4518F-1FEC-409C-90D7-0C28FC495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BA41CD-8B3F-4D36-80D2-834F777A2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85964-12C0-46FB-9AC3-21523FFAE508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0E37AC-5F32-4528-8243-E92836F26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1F0021-C65F-4775-99CD-C2F772F3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A9F4-2DE7-4E59-85E3-A8FA1C1C4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7193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87E8E6-8BEC-492C-AF72-4D3A597B7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021598-2C4A-42A1-AC04-03C88C3AE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216D4B-3B38-4D68-B8D2-5F0B4AE11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85964-12C0-46FB-9AC3-21523FFAE508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09891B-995F-4D27-BD78-F87ADF96E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A6F816-9F2C-405A-8C43-DCA4EA5A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A9F4-2DE7-4E59-85E3-A8FA1C1C4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753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76C2AE-9B5C-4BB2-B72E-C3E32F1D1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C9E44C-8814-46F1-BFBD-17341F091B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5447031-0351-4762-91C9-CCB3C90A9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70AA322-1A93-48CC-9BA4-2D1874554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85964-12C0-46FB-9AC3-21523FFAE508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C43A6F6-F248-4787-94E9-D93110869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6A3AD26-5444-47EC-99FD-203330F72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A9F4-2DE7-4E59-85E3-A8FA1C1C4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0912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7BBD21-7B74-4862-AAF5-416A452D9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CD29C1-D77E-412C-ADCB-16F5FF292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A750E77-0874-44B1-B9DF-78F241C3B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39D69AE-5964-4025-A5C8-B6A9190B36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D286B2A-1CCD-4A3B-83FE-FDCC0EBF13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7A8025B-EDDA-43F1-906C-3658C41AF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85964-12C0-46FB-9AC3-21523FFAE508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FE12FFE-DC01-4AFB-AEC0-77BDA1A48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03D650C-0F4B-4B2E-93BF-7D4A4F566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A9F4-2DE7-4E59-85E3-A8FA1C1C4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9743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CE1EA1-A571-45AC-94E2-0B55538C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182F90E-4949-4A41-AB81-7B806754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85964-12C0-46FB-9AC3-21523FFAE508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CD7E0FC-2456-4D1A-8A62-AA6E474DA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DA92023-C09D-4462-B73D-D6686377D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A9F4-2DE7-4E59-85E3-A8FA1C1C4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7295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65458AB-EED8-4368-9F23-82DEA8870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85964-12C0-46FB-9AC3-21523FFAE508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23999FE-D9C4-4944-AA4F-9403E3B58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FDD402F-3FBB-42D9-9827-FE3A1FC02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A9F4-2DE7-4E59-85E3-A8FA1C1C4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4041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C92B11-F349-443D-92B5-C2FDA7C9F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DD8EDE-1929-4691-8C6E-69C8ED025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3B3F89C-C695-412F-AE33-6C6721145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D40B0B9-7586-4DC9-AF5D-B7EE22530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85964-12C0-46FB-9AC3-21523FFAE508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9CA0BFC-D990-4D00-A968-EEBC1BB82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F5D0D9-BE0E-4232-8711-3C3FD80F8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A9F4-2DE7-4E59-85E3-A8FA1C1C4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6506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6ABFCD-C475-4409-8A54-936675237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6241E79-B015-4D7F-B8F5-936537771E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42012FB-5211-473B-8DF9-62FC35CDA9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3C85D79-6B69-4190-ABE1-91F634AC9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85964-12C0-46FB-9AC3-21523FFAE508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217E4AB-5250-44A5-97B0-DEF4E9B86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11AFEB-85B3-4263-A2FF-D1637F600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A9F4-2DE7-4E59-85E3-A8FA1C1C4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092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BA5FCA-20A7-41B1-8AE0-F3D798746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1D13279-D512-4060-A752-8DC143FCD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793A9F-E226-437C-BA7D-314B8A6C7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85964-12C0-46FB-9AC3-21523FFAE508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63B422-3607-4154-A114-CE4112FA5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FFB203-3741-4165-971E-3524EC45C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A9F4-2DE7-4E59-85E3-A8FA1C1C4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21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F2D9454-E78B-4BE7-93E9-30FFC9BA3A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B888AB8-2457-43A9-BFEC-DDAA78B0A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826B2B-BD40-4591-BD25-CD19D52B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85964-12C0-46FB-9AC3-21523FFAE508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F16E91-59E7-4AAD-AFF3-2B8691DE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72FD46-B3EA-49B9-BE2B-89EA74674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A9F4-2DE7-4E59-85E3-A8FA1C1C4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230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C614668-1A27-42A2-A4FF-F651C41F5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B2A4B2-1CB0-4E9E-BCBA-9E72ECD7C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FC54E3-B14C-4EE6-AD13-FC7F7CCD6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85964-12C0-46FB-9AC3-21523FFAE508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611124-C2F9-4484-B488-A0839A40D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55C51E-EC76-457F-9EB6-63F319745A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3A9F4-2DE7-4E59-85E3-A8FA1C1C4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0115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Rechteck 261">
            <a:extLst>
              <a:ext uri="{FF2B5EF4-FFF2-40B4-BE49-F238E27FC236}">
                <a16:creationId xmlns:a16="http://schemas.microsoft.com/office/drawing/2014/main" id="{FF43B2A0-15DC-4ACE-A7A3-F8E3A5C6521E}"/>
              </a:ext>
            </a:extLst>
          </p:cNvPr>
          <p:cNvSpPr/>
          <p:nvPr/>
        </p:nvSpPr>
        <p:spPr>
          <a:xfrm>
            <a:off x="1241432" y="3134705"/>
            <a:ext cx="1007389" cy="2402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WW1</a:t>
            </a:r>
          </a:p>
        </p:txBody>
      </p:sp>
      <p:cxnSp>
        <p:nvCxnSpPr>
          <p:cNvPr id="263" name="Gerader Verbinder 262">
            <a:extLst>
              <a:ext uri="{FF2B5EF4-FFF2-40B4-BE49-F238E27FC236}">
                <a16:creationId xmlns:a16="http://schemas.microsoft.com/office/drawing/2014/main" id="{6871E180-1915-4890-A8BD-7238C4E4440B}"/>
              </a:ext>
            </a:extLst>
          </p:cNvPr>
          <p:cNvCxnSpPr>
            <a:cxnSpLocks/>
            <a:endCxn id="262" idx="1"/>
          </p:cNvCxnSpPr>
          <p:nvPr/>
        </p:nvCxnSpPr>
        <p:spPr>
          <a:xfrm>
            <a:off x="962462" y="3254817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Textfeld 263">
            <a:extLst>
              <a:ext uri="{FF2B5EF4-FFF2-40B4-BE49-F238E27FC236}">
                <a16:creationId xmlns:a16="http://schemas.microsoft.com/office/drawing/2014/main" id="{863C8F30-5D7A-4615-BC46-3B22D5CAB927}"/>
              </a:ext>
            </a:extLst>
          </p:cNvPr>
          <p:cNvSpPr txBox="1"/>
          <p:nvPr/>
        </p:nvSpPr>
        <p:spPr>
          <a:xfrm>
            <a:off x="716756" y="3116317"/>
            <a:ext cx="266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A</a:t>
            </a:r>
          </a:p>
        </p:txBody>
      </p:sp>
      <p:sp>
        <p:nvSpPr>
          <p:cNvPr id="265" name="Rechteck 264">
            <a:extLst>
              <a:ext uri="{FF2B5EF4-FFF2-40B4-BE49-F238E27FC236}">
                <a16:creationId xmlns:a16="http://schemas.microsoft.com/office/drawing/2014/main" id="{A4CE643F-E392-4B91-BC16-2B8BE5B70F67}"/>
              </a:ext>
            </a:extLst>
          </p:cNvPr>
          <p:cNvSpPr/>
          <p:nvPr/>
        </p:nvSpPr>
        <p:spPr>
          <a:xfrm>
            <a:off x="1241432" y="3374929"/>
            <a:ext cx="1007389" cy="2402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KW1</a:t>
            </a:r>
          </a:p>
        </p:txBody>
      </p:sp>
      <p:cxnSp>
        <p:nvCxnSpPr>
          <p:cNvPr id="266" name="Gerader Verbinder 265">
            <a:extLst>
              <a:ext uri="{FF2B5EF4-FFF2-40B4-BE49-F238E27FC236}">
                <a16:creationId xmlns:a16="http://schemas.microsoft.com/office/drawing/2014/main" id="{61196792-D884-4911-92C5-3ED950D9114E}"/>
              </a:ext>
            </a:extLst>
          </p:cNvPr>
          <p:cNvCxnSpPr>
            <a:cxnSpLocks/>
            <a:endCxn id="265" idx="1"/>
          </p:cNvCxnSpPr>
          <p:nvPr/>
        </p:nvCxnSpPr>
        <p:spPr>
          <a:xfrm>
            <a:off x="962462" y="3495041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Textfeld 266">
            <a:extLst>
              <a:ext uri="{FF2B5EF4-FFF2-40B4-BE49-F238E27FC236}">
                <a16:creationId xmlns:a16="http://schemas.microsoft.com/office/drawing/2014/main" id="{421EAA1C-8F9C-479A-B9F6-58215D67CD8C}"/>
              </a:ext>
            </a:extLst>
          </p:cNvPr>
          <p:cNvSpPr txBox="1"/>
          <p:nvPr/>
        </p:nvSpPr>
        <p:spPr>
          <a:xfrm>
            <a:off x="716756" y="3356541"/>
            <a:ext cx="2616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B</a:t>
            </a:r>
          </a:p>
        </p:txBody>
      </p:sp>
      <p:sp>
        <p:nvSpPr>
          <p:cNvPr id="268" name="Rechteck 267">
            <a:extLst>
              <a:ext uri="{FF2B5EF4-FFF2-40B4-BE49-F238E27FC236}">
                <a16:creationId xmlns:a16="http://schemas.microsoft.com/office/drawing/2014/main" id="{40743396-BCE2-4FDE-B947-8259BC20EF63}"/>
              </a:ext>
            </a:extLst>
          </p:cNvPr>
          <p:cNvSpPr/>
          <p:nvPr/>
        </p:nvSpPr>
        <p:spPr>
          <a:xfrm>
            <a:off x="1241432" y="3615152"/>
            <a:ext cx="1007389" cy="2402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WW2</a:t>
            </a:r>
          </a:p>
        </p:txBody>
      </p:sp>
      <p:cxnSp>
        <p:nvCxnSpPr>
          <p:cNvPr id="269" name="Gerader Verbinder 268">
            <a:extLst>
              <a:ext uri="{FF2B5EF4-FFF2-40B4-BE49-F238E27FC236}">
                <a16:creationId xmlns:a16="http://schemas.microsoft.com/office/drawing/2014/main" id="{C4340F6D-0A0C-43AF-880D-3F970545995C}"/>
              </a:ext>
            </a:extLst>
          </p:cNvPr>
          <p:cNvCxnSpPr>
            <a:cxnSpLocks/>
            <a:endCxn id="268" idx="1"/>
          </p:cNvCxnSpPr>
          <p:nvPr/>
        </p:nvCxnSpPr>
        <p:spPr>
          <a:xfrm>
            <a:off x="962462" y="3735264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Textfeld 269">
            <a:extLst>
              <a:ext uri="{FF2B5EF4-FFF2-40B4-BE49-F238E27FC236}">
                <a16:creationId xmlns:a16="http://schemas.microsoft.com/office/drawing/2014/main" id="{423DBBD7-F14F-4987-AE0B-50E197F5A6D4}"/>
              </a:ext>
            </a:extLst>
          </p:cNvPr>
          <p:cNvSpPr txBox="1"/>
          <p:nvPr/>
        </p:nvSpPr>
        <p:spPr>
          <a:xfrm>
            <a:off x="716756" y="3596764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C</a:t>
            </a:r>
          </a:p>
        </p:txBody>
      </p:sp>
      <p:sp>
        <p:nvSpPr>
          <p:cNvPr id="271" name="Rechteck 270">
            <a:extLst>
              <a:ext uri="{FF2B5EF4-FFF2-40B4-BE49-F238E27FC236}">
                <a16:creationId xmlns:a16="http://schemas.microsoft.com/office/drawing/2014/main" id="{D1AC0679-42DF-4484-8889-F61EAC713982}"/>
              </a:ext>
            </a:extLst>
          </p:cNvPr>
          <p:cNvSpPr/>
          <p:nvPr/>
        </p:nvSpPr>
        <p:spPr>
          <a:xfrm>
            <a:off x="1241432" y="3855376"/>
            <a:ext cx="1007389" cy="2402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KW2</a:t>
            </a:r>
          </a:p>
        </p:txBody>
      </p:sp>
      <p:cxnSp>
        <p:nvCxnSpPr>
          <p:cNvPr id="272" name="Gerader Verbinder 271">
            <a:extLst>
              <a:ext uri="{FF2B5EF4-FFF2-40B4-BE49-F238E27FC236}">
                <a16:creationId xmlns:a16="http://schemas.microsoft.com/office/drawing/2014/main" id="{88B0E61B-5909-4536-A78A-B24D00A79C9A}"/>
              </a:ext>
            </a:extLst>
          </p:cNvPr>
          <p:cNvCxnSpPr>
            <a:cxnSpLocks/>
            <a:endCxn id="271" idx="1"/>
          </p:cNvCxnSpPr>
          <p:nvPr/>
        </p:nvCxnSpPr>
        <p:spPr>
          <a:xfrm>
            <a:off x="962462" y="3975488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Textfeld 272">
            <a:extLst>
              <a:ext uri="{FF2B5EF4-FFF2-40B4-BE49-F238E27FC236}">
                <a16:creationId xmlns:a16="http://schemas.microsoft.com/office/drawing/2014/main" id="{AE205DF5-AA8C-460A-9A99-457541352BBF}"/>
              </a:ext>
            </a:extLst>
          </p:cNvPr>
          <p:cNvSpPr txBox="1"/>
          <p:nvPr/>
        </p:nvSpPr>
        <p:spPr>
          <a:xfrm>
            <a:off x="716756" y="3836988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D</a:t>
            </a:r>
          </a:p>
        </p:txBody>
      </p:sp>
      <p:sp>
        <p:nvSpPr>
          <p:cNvPr id="274" name="Rechteck 273">
            <a:extLst>
              <a:ext uri="{FF2B5EF4-FFF2-40B4-BE49-F238E27FC236}">
                <a16:creationId xmlns:a16="http://schemas.microsoft.com/office/drawing/2014/main" id="{6B33C0A6-E3E5-494D-933A-E303880ECA48}"/>
              </a:ext>
            </a:extLst>
          </p:cNvPr>
          <p:cNvSpPr/>
          <p:nvPr/>
        </p:nvSpPr>
        <p:spPr>
          <a:xfrm>
            <a:off x="1241432" y="4095599"/>
            <a:ext cx="1007389" cy="2402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WW3</a:t>
            </a:r>
          </a:p>
        </p:txBody>
      </p:sp>
      <p:cxnSp>
        <p:nvCxnSpPr>
          <p:cNvPr id="275" name="Gerader Verbinder 274">
            <a:extLst>
              <a:ext uri="{FF2B5EF4-FFF2-40B4-BE49-F238E27FC236}">
                <a16:creationId xmlns:a16="http://schemas.microsoft.com/office/drawing/2014/main" id="{9723C56D-E8C8-457E-970A-B8A85EF6E9E4}"/>
              </a:ext>
            </a:extLst>
          </p:cNvPr>
          <p:cNvCxnSpPr>
            <a:cxnSpLocks/>
            <a:endCxn id="274" idx="1"/>
          </p:cNvCxnSpPr>
          <p:nvPr/>
        </p:nvCxnSpPr>
        <p:spPr>
          <a:xfrm>
            <a:off x="962462" y="4215711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Textfeld 275">
            <a:extLst>
              <a:ext uri="{FF2B5EF4-FFF2-40B4-BE49-F238E27FC236}">
                <a16:creationId xmlns:a16="http://schemas.microsoft.com/office/drawing/2014/main" id="{D5ECC8E6-5F85-4ACA-AF48-ED151D9E9BFC}"/>
              </a:ext>
            </a:extLst>
          </p:cNvPr>
          <p:cNvSpPr txBox="1"/>
          <p:nvPr/>
        </p:nvSpPr>
        <p:spPr>
          <a:xfrm>
            <a:off x="716756" y="4077211"/>
            <a:ext cx="2535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E</a:t>
            </a:r>
          </a:p>
        </p:txBody>
      </p:sp>
      <p:sp>
        <p:nvSpPr>
          <p:cNvPr id="277" name="Rechteck 276">
            <a:extLst>
              <a:ext uri="{FF2B5EF4-FFF2-40B4-BE49-F238E27FC236}">
                <a16:creationId xmlns:a16="http://schemas.microsoft.com/office/drawing/2014/main" id="{631972C0-B8E4-4E72-81EF-2DF1506CDB02}"/>
              </a:ext>
            </a:extLst>
          </p:cNvPr>
          <p:cNvSpPr/>
          <p:nvPr/>
        </p:nvSpPr>
        <p:spPr>
          <a:xfrm>
            <a:off x="1241432" y="4335823"/>
            <a:ext cx="1007389" cy="2402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KW3</a:t>
            </a:r>
          </a:p>
        </p:txBody>
      </p:sp>
      <p:cxnSp>
        <p:nvCxnSpPr>
          <p:cNvPr id="278" name="Gerader Verbinder 277">
            <a:extLst>
              <a:ext uri="{FF2B5EF4-FFF2-40B4-BE49-F238E27FC236}">
                <a16:creationId xmlns:a16="http://schemas.microsoft.com/office/drawing/2014/main" id="{09151161-E842-43F8-8F93-73B9959D8247}"/>
              </a:ext>
            </a:extLst>
          </p:cNvPr>
          <p:cNvCxnSpPr>
            <a:cxnSpLocks/>
            <a:endCxn id="277" idx="1"/>
          </p:cNvCxnSpPr>
          <p:nvPr/>
        </p:nvCxnSpPr>
        <p:spPr>
          <a:xfrm>
            <a:off x="962462" y="4455935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Textfeld 278">
            <a:extLst>
              <a:ext uri="{FF2B5EF4-FFF2-40B4-BE49-F238E27FC236}">
                <a16:creationId xmlns:a16="http://schemas.microsoft.com/office/drawing/2014/main" id="{A68C1492-F6B1-4D9B-9651-8450C2EF2EF3}"/>
              </a:ext>
            </a:extLst>
          </p:cNvPr>
          <p:cNvSpPr txBox="1"/>
          <p:nvPr/>
        </p:nvSpPr>
        <p:spPr>
          <a:xfrm>
            <a:off x="716756" y="4317435"/>
            <a:ext cx="2487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F</a:t>
            </a:r>
          </a:p>
        </p:txBody>
      </p:sp>
      <p:sp>
        <p:nvSpPr>
          <p:cNvPr id="280" name="Rechteck 279">
            <a:extLst>
              <a:ext uri="{FF2B5EF4-FFF2-40B4-BE49-F238E27FC236}">
                <a16:creationId xmlns:a16="http://schemas.microsoft.com/office/drawing/2014/main" id="{C58AB442-3EF4-4C1F-9268-0846BFAFE663}"/>
              </a:ext>
            </a:extLst>
          </p:cNvPr>
          <p:cNvSpPr/>
          <p:nvPr/>
        </p:nvSpPr>
        <p:spPr>
          <a:xfrm>
            <a:off x="3184202" y="3134705"/>
            <a:ext cx="1007389" cy="2402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WW1</a:t>
            </a:r>
          </a:p>
        </p:txBody>
      </p:sp>
      <p:cxnSp>
        <p:nvCxnSpPr>
          <p:cNvPr id="281" name="Gerader Verbinder 280">
            <a:extLst>
              <a:ext uri="{FF2B5EF4-FFF2-40B4-BE49-F238E27FC236}">
                <a16:creationId xmlns:a16="http://schemas.microsoft.com/office/drawing/2014/main" id="{14516FDD-6C16-46AF-B5DE-3B0A34EEA8A8}"/>
              </a:ext>
            </a:extLst>
          </p:cNvPr>
          <p:cNvCxnSpPr>
            <a:cxnSpLocks/>
            <a:endCxn id="280" idx="1"/>
          </p:cNvCxnSpPr>
          <p:nvPr/>
        </p:nvCxnSpPr>
        <p:spPr>
          <a:xfrm>
            <a:off x="2905232" y="3254817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Textfeld 281">
            <a:extLst>
              <a:ext uri="{FF2B5EF4-FFF2-40B4-BE49-F238E27FC236}">
                <a16:creationId xmlns:a16="http://schemas.microsoft.com/office/drawing/2014/main" id="{CDF178C4-699F-41D7-9ABE-1A4A4343323C}"/>
              </a:ext>
            </a:extLst>
          </p:cNvPr>
          <p:cNvSpPr txBox="1"/>
          <p:nvPr/>
        </p:nvSpPr>
        <p:spPr>
          <a:xfrm>
            <a:off x="2659526" y="3116317"/>
            <a:ext cx="266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A</a:t>
            </a:r>
          </a:p>
        </p:txBody>
      </p:sp>
      <p:sp>
        <p:nvSpPr>
          <p:cNvPr id="283" name="Rechteck 282">
            <a:extLst>
              <a:ext uri="{FF2B5EF4-FFF2-40B4-BE49-F238E27FC236}">
                <a16:creationId xmlns:a16="http://schemas.microsoft.com/office/drawing/2014/main" id="{493BD234-1468-48A0-84B6-4733F0152E21}"/>
              </a:ext>
            </a:extLst>
          </p:cNvPr>
          <p:cNvSpPr/>
          <p:nvPr/>
        </p:nvSpPr>
        <p:spPr>
          <a:xfrm>
            <a:off x="3184202" y="3374929"/>
            <a:ext cx="1007389" cy="2402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KW1</a:t>
            </a:r>
          </a:p>
        </p:txBody>
      </p:sp>
      <p:cxnSp>
        <p:nvCxnSpPr>
          <p:cNvPr id="284" name="Gerader Verbinder 283">
            <a:extLst>
              <a:ext uri="{FF2B5EF4-FFF2-40B4-BE49-F238E27FC236}">
                <a16:creationId xmlns:a16="http://schemas.microsoft.com/office/drawing/2014/main" id="{2B30D0EA-6EE3-42E9-BC4F-A405577AB8B7}"/>
              </a:ext>
            </a:extLst>
          </p:cNvPr>
          <p:cNvCxnSpPr>
            <a:cxnSpLocks/>
            <a:endCxn id="283" idx="1"/>
          </p:cNvCxnSpPr>
          <p:nvPr/>
        </p:nvCxnSpPr>
        <p:spPr>
          <a:xfrm>
            <a:off x="2905232" y="3495041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Textfeld 284">
            <a:extLst>
              <a:ext uri="{FF2B5EF4-FFF2-40B4-BE49-F238E27FC236}">
                <a16:creationId xmlns:a16="http://schemas.microsoft.com/office/drawing/2014/main" id="{5F6243C1-DA3F-49D9-A1A6-2F17F85589FE}"/>
              </a:ext>
            </a:extLst>
          </p:cNvPr>
          <p:cNvSpPr txBox="1"/>
          <p:nvPr/>
        </p:nvSpPr>
        <p:spPr>
          <a:xfrm>
            <a:off x="2659526" y="3356541"/>
            <a:ext cx="2616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B</a:t>
            </a:r>
          </a:p>
        </p:txBody>
      </p:sp>
      <p:sp>
        <p:nvSpPr>
          <p:cNvPr id="286" name="Rechteck 285">
            <a:extLst>
              <a:ext uri="{FF2B5EF4-FFF2-40B4-BE49-F238E27FC236}">
                <a16:creationId xmlns:a16="http://schemas.microsoft.com/office/drawing/2014/main" id="{DB2869BF-EB01-4CBE-8B95-1063F205782E}"/>
              </a:ext>
            </a:extLst>
          </p:cNvPr>
          <p:cNvSpPr/>
          <p:nvPr/>
        </p:nvSpPr>
        <p:spPr>
          <a:xfrm>
            <a:off x="3184202" y="3615152"/>
            <a:ext cx="1007389" cy="2402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WW2</a:t>
            </a:r>
          </a:p>
        </p:txBody>
      </p:sp>
      <p:cxnSp>
        <p:nvCxnSpPr>
          <p:cNvPr id="287" name="Gerader Verbinder 286">
            <a:extLst>
              <a:ext uri="{FF2B5EF4-FFF2-40B4-BE49-F238E27FC236}">
                <a16:creationId xmlns:a16="http://schemas.microsoft.com/office/drawing/2014/main" id="{2C0B815A-D7AD-463D-A718-E012995A05F8}"/>
              </a:ext>
            </a:extLst>
          </p:cNvPr>
          <p:cNvCxnSpPr>
            <a:cxnSpLocks/>
            <a:endCxn id="286" idx="1"/>
          </p:cNvCxnSpPr>
          <p:nvPr/>
        </p:nvCxnSpPr>
        <p:spPr>
          <a:xfrm>
            <a:off x="2905232" y="3735264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Textfeld 287">
            <a:extLst>
              <a:ext uri="{FF2B5EF4-FFF2-40B4-BE49-F238E27FC236}">
                <a16:creationId xmlns:a16="http://schemas.microsoft.com/office/drawing/2014/main" id="{8BFC759F-E580-4159-BB37-71ECC52D4C43}"/>
              </a:ext>
            </a:extLst>
          </p:cNvPr>
          <p:cNvSpPr txBox="1"/>
          <p:nvPr/>
        </p:nvSpPr>
        <p:spPr>
          <a:xfrm>
            <a:off x="2659526" y="3596764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C</a:t>
            </a:r>
          </a:p>
        </p:txBody>
      </p:sp>
      <p:sp>
        <p:nvSpPr>
          <p:cNvPr id="289" name="Rechteck 288">
            <a:extLst>
              <a:ext uri="{FF2B5EF4-FFF2-40B4-BE49-F238E27FC236}">
                <a16:creationId xmlns:a16="http://schemas.microsoft.com/office/drawing/2014/main" id="{F5BAC1D9-A26E-4C2D-B2F5-8C0FB8F8F40A}"/>
              </a:ext>
            </a:extLst>
          </p:cNvPr>
          <p:cNvSpPr/>
          <p:nvPr/>
        </p:nvSpPr>
        <p:spPr>
          <a:xfrm>
            <a:off x="3184202" y="3855376"/>
            <a:ext cx="1007389" cy="2402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KW2</a:t>
            </a:r>
          </a:p>
        </p:txBody>
      </p:sp>
      <p:cxnSp>
        <p:nvCxnSpPr>
          <p:cNvPr id="290" name="Gerader Verbinder 289">
            <a:extLst>
              <a:ext uri="{FF2B5EF4-FFF2-40B4-BE49-F238E27FC236}">
                <a16:creationId xmlns:a16="http://schemas.microsoft.com/office/drawing/2014/main" id="{5A61A522-A058-43FC-BED2-A36894047CA9}"/>
              </a:ext>
            </a:extLst>
          </p:cNvPr>
          <p:cNvCxnSpPr>
            <a:cxnSpLocks/>
            <a:endCxn id="289" idx="1"/>
          </p:cNvCxnSpPr>
          <p:nvPr/>
        </p:nvCxnSpPr>
        <p:spPr>
          <a:xfrm>
            <a:off x="2905232" y="3975488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Textfeld 290">
            <a:extLst>
              <a:ext uri="{FF2B5EF4-FFF2-40B4-BE49-F238E27FC236}">
                <a16:creationId xmlns:a16="http://schemas.microsoft.com/office/drawing/2014/main" id="{737C4311-5CA6-4A71-9F83-F5F7C0295022}"/>
              </a:ext>
            </a:extLst>
          </p:cNvPr>
          <p:cNvSpPr txBox="1"/>
          <p:nvPr/>
        </p:nvSpPr>
        <p:spPr>
          <a:xfrm>
            <a:off x="2659526" y="3836988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D</a:t>
            </a:r>
          </a:p>
        </p:txBody>
      </p:sp>
      <p:sp>
        <p:nvSpPr>
          <p:cNvPr id="292" name="Rechteck 291">
            <a:extLst>
              <a:ext uri="{FF2B5EF4-FFF2-40B4-BE49-F238E27FC236}">
                <a16:creationId xmlns:a16="http://schemas.microsoft.com/office/drawing/2014/main" id="{8F11A86F-078F-4897-A25F-4B8F2516F111}"/>
              </a:ext>
            </a:extLst>
          </p:cNvPr>
          <p:cNvSpPr/>
          <p:nvPr/>
        </p:nvSpPr>
        <p:spPr>
          <a:xfrm>
            <a:off x="3184202" y="4095599"/>
            <a:ext cx="1007389" cy="24022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EK1</a:t>
            </a:r>
          </a:p>
        </p:txBody>
      </p:sp>
      <p:cxnSp>
        <p:nvCxnSpPr>
          <p:cNvPr id="293" name="Gerader Verbinder 292">
            <a:extLst>
              <a:ext uri="{FF2B5EF4-FFF2-40B4-BE49-F238E27FC236}">
                <a16:creationId xmlns:a16="http://schemas.microsoft.com/office/drawing/2014/main" id="{D4042EBF-EF32-4F7F-93D0-656BB51D3E1A}"/>
              </a:ext>
            </a:extLst>
          </p:cNvPr>
          <p:cNvCxnSpPr>
            <a:cxnSpLocks/>
            <a:endCxn id="292" idx="1"/>
          </p:cNvCxnSpPr>
          <p:nvPr/>
        </p:nvCxnSpPr>
        <p:spPr>
          <a:xfrm>
            <a:off x="2905232" y="4215711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Textfeld 293">
            <a:extLst>
              <a:ext uri="{FF2B5EF4-FFF2-40B4-BE49-F238E27FC236}">
                <a16:creationId xmlns:a16="http://schemas.microsoft.com/office/drawing/2014/main" id="{54768CEB-5A21-4ABE-86CE-7B21958FEC51}"/>
              </a:ext>
            </a:extLst>
          </p:cNvPr>
          <p:cNvSpPr txBox="1"/>
          <p:nvPr/>
        </p:nvSpPr>
        <p:spPr>
          <a:xfrm>
            <a:off x="2659526" y="4077211"/>
            <a:ext cx="2535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E</a:t>
            </a:r>
          </a:p>
        </p:txBody>
      </p:sp>
      <p:sp>
        <p:nvSpPr>
          <p:cNvPr id="295" name="Rechteck 294">
            <a:extLst>
              <a:ext uri="{FF2B5EF4-FFF2-40B4-BE49-F238E27FC236}">
                <a16:creationId xmlns:a16="http://schemas.microsoft.com/office/drawing/2014/main" id="{334EB095-0292-4479-A552-757B1B63CC1B}"/>
              </a:ext>
            </a:extLst>
          </p:cNvPr>
          <p:cNvSpPr/>
          <p:nvPr/>
        </p:nvSpPr>
        <p:spPr>
          <a:xfrm>
            <a:off x="3184202" y="4335823"/>
            <a:ext cx="1007389" cy="24022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EK2</a:t>
            </a:r>
          </a:p>
        </p:txBody>
      </p:sp>
      <p:cxnSp>
        <p:nvCxnSpPr>
          <p:cNvPr id="296" name="Gerader Verbinder 295">
            <a:extLst>
              <a:ext uri="{FF2B5EF4-FFF2-40B4-BE49-F238E27FC236}">
                <a16:creationId xmlns:a16="http://schemas.microsoft.com/office/drawing/2014/main" id="{87F4A571-18C1-4AFD-B835-C2E843CFB88B}"/>
              </a:ext>
            </a:extLst>
          </p:cNvPr>
          <p:cNvCxnSpPr>
            <a:cxnSpLocks/>
            <a:endCxn id="295" idx="1"/>
          </p:cNvCxnSpPr>
          <p:nvPr/>
        </p:nvCxnSpPr>
        <p:spPr>
          <a:xfrm>
            <a:off x="2905232" y="4455935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Textfeld 296">
            <a:extLst>
              <a:ext uri="{FF2B5EF4-FFF2-40B4-BE49-F238E27FC236}">
                <a16:creationId xmlns:a16="http://schemas.microsoft.com/office/drawing/2014/main" id="{FBA0B6D2-B86E-43E0-9234-5625CE475996}"/>
              </a:ext>
            </a:extLst>
          </p:cNvPr>
          <p:cNvSpPr txBox="1"/>
          <p:nvPr/>
        </p:nvSpPr>
        <p:spPr>
          <a:xfrm>
            <a:off x="2659526" y="4317435"/>
            <a:ext cx="2487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F</a:t>
            </a:r>
          </a:p>
        </p:txBody>
      </p:sp>
      <p:sp>
        <p:nvSpPr>
          <p:cNvPr id="298" name="Rechteck 297">
            <a:extLst>
              <a:ext uri="{FF2B5EF4-FFF2-40B4-BE49-F238E27FC236}">
                <a16:creationId xmlns:a16="http://schemas.microsoft.com/office/drawing/2014/main" id="{044AB8D7-5F63-42FE-950E-AAD962BE0953}"/>
              </a:ext>
            </a:extLst>
          </p:cNvPr>
          <p:cNvSpPr/>
          <p:nvPr/>
        </p:nvSpPr>
        <p:spPr>
          <a:xfrm>
            <a:off x="5155386" y="3134705"/>
            <a:ext cx="1007389" cy="2402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R1</a:t>
            </a:r>
          </a:p>
        </p:txBody>
      </p:sp>
      <p:cxnSp>
        <p:nvCxnSpPr>
          <p:cNvPr id="299" name="Gerader Verbinder 298">
            <a:extLst>
              <a:ext uri="{FF2B5EF4-FFF2-40B4-BE49-F238E27FC236}">
                <a16:creationId xmlns:a16="http://schemas.microsoft.com/office/drawing/2014/main" id="{D0BE9C26-3B0E-41DC-9C89-D29CDBBC6EA6}"/>
              </a:ext>
            </a:extLst>
          </p:cNvPr>
          <p:cNvCxnSpPr>
            <a:cxnSpLocks/>
            <a:endCxn id="298" idx="1"/>
          </p:cNvCxnSpPr>
          <p:nvPr/>
        </p:nvCxnSpPr>
        <p:spPr>
          <a:xfrm>
            <a:off x="4876416" y="3254817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Textfeld 299">
            <a:extLst>
              <a:ext uri="{FF2B5EF4-FFF2-40B4-BE49-F238E27FC236}">
                <a16:creationId xmlns:a16="http://schemas.microsoft.com/office/drawing/2014/main" id="{97D580D7-D3C5-4DA0-9625-38E57C087A03}"/>
              </a:ext>
            </a:extLst>
          </p:cNvPr>
          <p:cNvSpPr txBox="1"/>
          <p:nvPr/>
        </p:nvSpPr>
        <p:spPr>
          <a:xfrm>
            <a:off x="4630710" y="3116317"/>
            <a:ext cx="266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A</a:t>
            </a:r>
          </a:p>
        </p:txBody>
      </p:sp>
      <p:sp>
        <p:nvSpPr>
          <p:cNvPr id="301" name="Rechteck 300">
            <a:extLst>
              <a:ext uri="{FF2B5EF4-FFF2-40B4-BE49-F238E27FC236}">
                <a16:creationId xmlns:a16="http://schemas.microsoft.com/office/drawing/2014/main" id="{475293DE-A09F-414D-B8FC-71D847FCD099}"/>
              </a:ext>
            </a:extLst>
          </p:cNvPr>
          <p:cNvSpPr/>
          <p:nvPr/>
        </p:nvSpPr>
        <p:spPr>
          <a:xfrm>
            <a:off x="5155386" y="3374929"/>
            <a:ext cx="1007389" cy="2402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G1</a:t>
            </a:r>
          </a:p>
        </p:txBody>
      </p:sp>
      <p:cxnSp>
        <p:nvCxnSpPr>
          <p:cNvPr id="302" name="Gerader Verbinder 301">
            <a:extLst>
              <a:ext uri="{FF2B5EF4-FFF2-40B4-BE49-F238E27FC236}">
                <a16:creationId xmlns:a16="http://schemas.microsoft.com/office/drawing/2014/main" id="{94B87C94-2F15-4F94-9862-29827E44DBF2}"/>
              </a:ext>
            </a:extLst>
          </p:cNvPr>
          <p:cNvCxnSpPr>
            <a:cxnSpLocks/>
            <a:endCxn id="301" idx="1"/>
          </p:cNvCxnSpPr>
          <p:nvPr/>
        </p:nvCxnSpPr>
        <p:spPr>
          <a:xfrm>
            <a:off x="4876416" y="3495041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Textfeld 302">
            <a:extLst>
              <a:ext uri="{FF2B5EF4-FFF2-40B4-BE49-F238E27FC236}">
                <a16:creationId xmlns:a16="http://schemas.microsoft.com/office/drawing/2014/main" id="{E630372F-1FF8-4705-B18B-486F5FE8DCC1}"/>
              </a:ext>
            </a:extLst>
          </p:cNvPr>
          <p:cNvSpPr txBox="1"/>
          <p:nvPr/>
        </p:nvSpPr>
        <p:spPr>
          <a:xfrm>
            <a:off x="4630710" y="3356541"/>
            <a:ext cx="2616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B</a:t>
            </a:r>
          </a:p>
        </p:txBody>
      </p:sp>
      <p:sp>
        <p:nvSpPr>
          <p:cNvPr id="304" name="Rechteck 303">
            <a:extLst>
              <a:ext uri="{FF2B5EF4-FFF2-40B4-BE49-F238E27FC236}">
                <a16:creationId xmlns:a16="http://schemas.microsoft.com/office/drawing/2014/main" id="{0BAD0D5B-E40E-4996-B554-A8818FC90C4D}"/>
              </a:ext>
            </a:extLst>
          </p:cNvPr>
          <p:cNvSpPr/>
          <p:nvPr/>
        </p:nvSpPr>
        <p:spPr>
          <a:xfrm>
            <a:off x="5155386" y="3615152"/>
            <a:ext cx="1007389" cy="2402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B1</a:t>
            </a:r>
          </a:p>
        </p:txBody>
      </p:sp>
      <p:cxnSp>
        <p:nvCxnSpPr>
          <p:cNvPr id="305" name="Gerader Verbinder 304">
            <a:extLst>
              <a:ext uri="{FF2B5EF4-FFF2-40B4-BE49-F238E27FC236}">
                <a16:creationId xmlns:a16="http://schemas.microsoft.com/office/drawing/2014/main" id="{5FC05408-7B08-4D8A-8FD8-9C5F1ACDEB2E}"/>
              </a:ext>
            </a:extLst>
          </p:cNvPr>
          <p:cNvCxnSpPr>
            <a:cxnSpLocks/>
            <a:endCxn id="304" idx="1"/>
          </p:cNvCxnSpPr>
          <p:nvPr/>
        </p:nvCxnSpPr>
        <p:spPr>
          <a:xfrm>
            <a:off x="4876416" y="3735264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Textfeld 305">
            <a:extLst>
              <a:ext uri="{FF2B5EF4-FFF2-40B4-BE49-F238E27FC236}">
                <a16:creationId xmlns:a16="http://schemas.microsoft.com/office/drawing/2014/main" id="{D5145E36-DBE9-4EF6-8C2C-EC9E665D090A}"/>
              </a:ext>
            </a:extLst>
          </p:cNvPr>
          <p:cNvSpPr txBox="1"/>
          <p:nvPr/>
        </p:nvSpPr>
        <p:spPr>
          <a:xfrm>
            <a:off x="4630710" y="3596764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C</a:t>
            </a:r>
          </a:p>
        </p:txBody>
      </p:sp>
      <p:sp>
        <p:nvSpPr>
          <p:cNvPr id="307" name="Rechteck 306">
            <a:extLst>
              <a:ext uri="{FF2B5EF4-FFF2-40B4-BE49-F238E27FC236}">
                <a16:creationId xmlns:a16="http://schemas.microsoft.com/office/drawing/2014/main" id="{3CA0D110-A6F2-4511-85C2-2960256357D7}"/>
              </a:ext>
            </a:extLst>
          </p:cNvPr>
          <p:cNvSpPr/>
          <p:nvPr/>
        </p:nvSpPr>
        <p:spPr>
          <a:xfrm>
            <a:off x="5155386" y="3855376"/>
            <a:ext cx="1007389" cy="2402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R2</a:t>
            </a:r>
          </a:p>
        </p:txBody>
      </p:sp>
      <p:cxnSp>
        <p:nvCxnSpPr>
          <p:cNvPr id="308" name="Gerader Verbinder 307">
            <a:extLst>
              <a:ext uri="{FF2B5EF4-FFF2-40B4-BE49-F238E27FC236}">
                <a16:creationId xmlns:a16="http://schemas.microsoft.com/office/drawing/2014/main" id="{4172DA7F-6EA8-45B7-82D0-16ED2E102DF3}"/>
              </a:ext>
            </a:extLst>
          </p:cNvPr>
          <p:cNvCxnSpPr>
            <a:cxnSpLocks/>
            <a:endCxn id="307" idx="1"/>
          </p:cNvCxnSpPr>
          <p:nvPr/>
        </p:nvCxnSpPr>
        <p:spPr>
          <a:xfrm>
            <a:off x="4876416" y="3975488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Textfeld 308">
            <a:extLst>
              <a:ext uri="{FF2B5EF4-FFF2-40B4-BE49-F238E27FC236}">
                <a16:creationId xmlns:a16="http://schemas.microsoft.com/office/drawing/2014/main" id="{3247E374-5458-4783-BF2A-AC538A1A6708}"/>
              </a:ext>
            </a:extLst>
          </p:cNvPr>
          <p:cNvSpPr txBox="1"/>
          <p:nvPr/>
        </p:nvSpPr>
        <p:spPr>
          <a:xfrm>
            <a:off x="4630710" y="3836988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D</a:t>
            </a:r>
          </a:p>
        </p:txBody>
      </p:sp>
      <p:sp>
        <p:nvSpPr>
          <p:cNvPr id="310" name="Rechteck 309">
            <a:extLst>
              <a:ext uri="{FF2B5EF4-FFF2-40B4-BE49-F238E27FC236}">
                <a16:creationId xmlns:a16="http://schemas.microsoft.com/office/drawing/2014/main" id="{A9372C41-B003-4D38-893C-EE6B89496616}"/>
              </a:ext>
            </a:extLst>
          </p:cNvPr>
          <p:cNvSpPr/>
          <p:nvPr/>
        </p:nvSpPr>
        <p:spPr>
          <a:xfrm>
            <a:off x="5155386" y="4095599"/>
            <a:ext cx="1007389" cy="2402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G2</a:t>
            </a:r>
          </a:p>
        </p:txBody>
      </p:sp>
      <p:cxnSp>
        <p:nvCxnSpPr>
          <p:cNvPr id="311" name="Gerader Verbinder 310">
            <a:extLst>
              <a:ext uri="{FF2B5EF4-FFF2-40B4-BE49-F238E27FC236}">
                <a16:creationId xmlns:a16="http://schemas.microsoft.com/office/drawing/2014/main" id="{1D7893A3-3CF3-45EB-9679-FD2FDA2D760C}"/>
              </a:ext>
            </a:extLst>
          </p:cNvPr>
          <p:cNvCxnSpPr>
            <a:cxnSpLocks/>
            <a:endCxn id="310" idx="1"/>
          </p:cNvCxnSpPr>
          <p:nvPr/>
        </p:nvCxnSpPr>
        <p:spPr>
          <a:xfrm>
            <a:off x="4876416" y="4215711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Textfeld 311">
            <a:extLst>
              <a:ext uri="{FF2B5EF4-FFF2-40B4-BE49-F238E27FC236}">
                <a16:creationId xmlns:a16="http://schemas.microsoft.com/office/drawing/2014/main" id="{96CC6EC3-2EF9-4E01-A49F-072659E68D31}"/>
              </a:ext>
            </a:extLst>
          </p:cNvPr>
          <p:cNvSpPr txBox="1"/>
          <p:nvPr/>
        </p:nvSpPr>
        <p:spPr>
          <a:xfrm>
            <a:off x="4630710" y="4077211"/>
            <a:ext cx="2535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E</a:t>
            </a:r>
          </a:p>
        </p:txBody>
      </p:sp>
      <p:sp>
        <p:nvSpPr>
          <p:cNvPr id="313" name="Rechteck 312">
            <a:extLst>
              <a:ext uri="{FF2B5EF4-FFF2-40B4-BE49-F238E27FC236}">
                <a16:creationId xmlns:a16="http://schemas.microsoft.com/office/drawing/2014/main" id="{37BACADC-1281-4D57-96CC-B3FFC9A082FB}"/>
              </a:ext>
            </a:extLst>
          </p:cNvPr>
          <p:cNvSpPr/>
          <p:nvPr/>
        </p:nvSpPr>
        <p:spPr>
          <a:xfrm>
            <a:off x="5155386" y="4335823"/>
            <a:ext cx="1007389" cy="2402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B2</a:t>
            </a:r>
          </a:p>
        </p:txBody>
      </p:sp>
      <p:cxnSp>
        <p:nvCxnSpPr>
          <p:cNvPr id="314" name="Gerader Verbinder 313">
            <a:extLst>
              <a:ext uri="{FF2B5EF4-FFF2-40B4-BE49-F238E27FC236}">
                <a16:creationId xmlns:a16="http://schemas.microsoft.com/office/drawing/2014/main" id="{7BE6B909-13FB-4F26-9C3F-F5336F428FF8}"/>
              </a:ext>
            </a:extLst>
          </p:cNvPr>
          <p:cNvCxnSpPr>
            <a:cxnSpLocks/>
            <a:endCxn id="313" idx="1"/>
          </p:cNvCxnSpPr>
          <p:nvPr/>
        </p:nvCxnSpPr>
        <p:spPr>
          <a:xfrm>
            <a:off x="4876416" y="4455935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feld 314">
            <a:extLst>
              <a:ext uri="{FF2B5EF4-FFF2-40B4-BE49-F238E27FC236}">
                <a16:creationId xmlns:a16="http://schemas.microsoft.com/office/drawing/2014/main" id="{6754F514-CC0C-4D95-A423-ABFCDFB77F97}"/>
              </a:ext>
            </a:extLst>
          </p:cNvPr>
          <p:cNvSpPr txBox="1"/>
          <p:nvPr/>
        </p:nvSpPr>
        <p:spPr>
          <a:xfrm>
            <a:off x="4630710" y="4317435"/>
            <a:ext cx="2487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F</a:t>
            </a:r>
          </a:p>
        </p:txBody>
      </p:sp>
      <p:sp>
        <p:nvSpPr>
          <p:cNvPr id="316" name="Rechteck 315">
            <a:extLst>
              <a:ext uri="{FF2B5EF4-FFF2-40B4-BE49-F238E27FC236}">
                <a16:creationId xmlns:a16="http://schemas.microsoft.com/office/drawing/2014/main" id="{847A6B6F-A40D-4294-B7A3-B66B9A081C0B}"/>
              </a:ext>
            </a:extLst>
          </p:cNvPr>
          <p:cNvSpPr/>
          <p:nvPr/>
        </p:nvSpPr>
        <p:spPr>
          <a:xfrm>
            <a:off x="7126570" y="3153093"/>
            <a:ext cx="1007389" cy="2402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R1</a:t>
            </a:r>
          </a:p>
        </p:txBody>
      </p:sp>
      <p:cxnSp>
        <p:nvCxnSpPr>
          <p:cNvPr id="317" name="Gerader Verbinder 316">
            <a:extLst>
              <a:ext uri="{FF2B5EF4-FFF2-40B4-BE49-F238E27FC236}">
                <a16:creationId xmlns:a16="http://schemas.microsoft.com/office/drawing/2014/main" id="{7750A8A1-419F-496D-9628-05A213229CC7}"/>
              </a:ext>
            </a:extLst>
          </p:cNvPr>
          <p:cNvCxnSpPr>
            <a:cxnSpLocks/>
            <a:endCxn id="316" idx="1"/>
          </p:cNvCxnSpPr>
          <p:nvPr/>
        </p:nvCxnSpPr>
        <p:spPr>
          <a:xfrm>
            <a:off x="6847600" y="3273205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Textfeld 317">
            <a:extLst>
              <a:ext uri="{FF2B5EF4-FFF2-40B4-BE49-F238E27FC236}">
                <a16:creationId xmlns:a16="http://schemas.microsoft.com/office/drawing/2014/main" id="{2CF987AB-0970-40E8-BE11-BED3438F8B02}"/>
              </a:ext>
            </a:extLst>
          </p:cNvPr>
          <p:cNvSpPr txBox="1"/>
          <p:nvPr/>
        </p:nvSpPr>
        <p:spPr>
          <a:xfrm>
            <a:off x="6601894" y="3134705"/>
            <a:ext cx="266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A</a:t>
            </a:r>
          </a:p>
        </p:txBody>
      </p:sp>
      <p:sp>
        <p:nvSpPr>
          <p:cNvPr id="319" name="Rechteck 318">
            <a:extLst>
              <a:ext uri="{FF2B5EF4-FFF2-40B4-BE49-F238E27FC236}">
                <a16:creationId xmlns:a16="http://schemas.microsoft.com/office/drawing/2014/main" id="{B995F349-9710-4EDA-A812-42BB4A7C24BE}"/>
              </a:ext>
            </a:extLst>
          </p:cNvPr>
          <p:cNvSpPr/>
          <p:nvPr/>
        </p:nvSpPr>
        <p:spPr>
          <a:xfrm>
            <a:off x="7126570" y="3393317"/>
            <a:ext cx="1007389" cy="2402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G1</a:t>
            </a:r>
          </a:p>
        </p:txBody>
      </p:sp>
      <p:cxnSp>
        <p:nvCxnSpPr>
          <p:cNvPr id="320" name="Gerader Verbinder 319">
            <a:extLst>
              <a:ext uri="{FF2B5EF4-FFF2-40B4-BE49-F238E27FC236}">
                <a16:creationId xmlns:a16="http://schemas.microsoft.com/office/drawing/2014/main" id="{4A955291-7001-47A8-AEF6-E47D82CC8604}"/>
              </a:ext>
            </a:extLst>
          </p:cNvPr>
          <p:cNvCxnSpPr>
            <a:cxnSpLocks/>
            <a:endCxn id="319" idx="1"/>
          </p:cNvCxnSpPr>
          <p:nvPr/>
        </p:nvCxnSpPr>
        <p:spPr>
          <a:xfrm>
            <a:off x="6847600" y="3513429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Textfeld 320">
            <a:extLst>
              <a:ext uri="{FF2B5EF4-FFF2-40B4-BE49-F238E27FC236}">
                <a16:creationId xmlns:a16="http://schemas.microsoft.com/office/drawing/2014/main" id="{26710EB0-F257-4BA0-836D-1B6B93B20EF2}"/>
              </a:ext>
            </a:extLst>
          </p:cNvPr>
          <p:cNvSpPr txBox="1"/>
          <p:nvPr/>
        </p:nvSpPr>
        <p:spPr>
          <a:xfrm>
            <a:off x="6601894" y="3374929"/>
            <a:ext cx="2616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B</a:t>
            </a:r>
          </a:p>
        </p:txBody>
      </p:sp>
      <p:sp>
        <p:nvSpPr>
          <p:cNvPr id="322" name="Rechteck 321">
            <a:extLst>
              <a:ext uri="{FF2B5EF4-FFF2-40B4-BE49-F238E27FC236}">
                <a16:creationId xmlns:a16="http://schemas.microsoft.com/office/drawing/2014/main" id="{8E3957B0-FF0F-43C6-A00D-0F5B17AB37ED}"/>
              </a:ext>
            </a:extLst>
          </p:cNvPr>
          <p:cNvSpPr/>
          <p:nvPr/>
        </p:nvSpPr>
        <p:spPr>
          <a:xfrm>
            <a:off x="7126570" y="3633540"/>
            <a:ext cx="1007389" cy="2402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B1</a:t>
            </a:r>
          </a:p>
        </p:txBody>
      </p:sp>
      <p:cxnSp>
        <p:nvCxnSpPr>
          <p:cNvPr id="323" name="Gerader Verbinder 322">
            <a:extLst>
              <a:ext uri="{FF2B5EF4-FFF2-40B4-BE49-F238E27FC236}">
                <a16:creationId xmlns:a16="http://schemas.microsoft.com/office/drawing/2014/main" id="{19C7A344-2750-4080-93E0-07C7B158CDAC}"/>
              </a:ext>
            </a:extLst>
          </p:cNvPr>
          <p:cNvCxnSpPr>
            <a:cxnSpLocks/>
            <a:endCxn id="322" idx="1"/>
          </p:cNvCxnSpPr>
          <p:nvPr/>
        </p:nvCxnSpPr>
        <p:spPr>
          <a:xfrm>
            <a:off x="6847600" y="3753652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Textfeld 323">
            <a:extLst>
              <a:ext uri="{FF2B5EF4-FFF2-40B4-BE49-F238E27FC236}">
                <a16:creationId xmlns:a16="http://schemas.microsoft.com/office/drawing/2014/main" id="{36056385-08F5-4185-B314-39910B704C54}"/>
              </a:ext>
            </a:extLst>
          </p:cNvPr>
          <p:cNvSpPr txBox="1"/>
          <p:nvPr/>
        </p:nvSpPr>
        <p:spPr>
          <a:xfrm>
            <a:off x="6601894" y="3615152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C</a:t>
            </a:r>
          </a:p>
        </p:txBody>
      </p:sp>
      <p:sp>
        <p:nvSpPr>
          <p:cNvPr id="325" name="Rechteck 324">
            <a:extLst>
              <a:ext uri="{FF2B5EF4-FFF2-40B4-BE49-F238E27FC236}">
                <a16:creationId xmlns:a16="http://schemas.microsoft.com/office/drawing/2014/main" id="{DB862C97-55A7-428B-9F0E-E5569C82F466}"/>
              </a:ext>
            </a:extLst>
          </p:cNvPr>
          <p:cNvSpPr/>
          <p:nvPr/>
        </p:nvSpPr>
        <p:spPr>
          <a:xfrm>
            <a:off x="7126570" y="3873764"/>
            <a:ext cx="1007389" cy="2402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WW1</a:t>
            </a:r>
          </a:p>
        </p:txBody>
      </p:sp>
      <p:cxnSp>
        <p:nvCxnSpPr>
          <p:cNvPr id="326" name="Gerader Verbinder 325">
            <a:extLst>
              <a:ext uri="{FF2B5EF4-FFF2-40B4-BE49-F238E27FC236}">
                <a16:creationId xmlns:a16="http://schemas.microsoft.com/office/drawing/2014/main" id="{9368A051-9B2F-4A36-9D7F-C070226FED90}"/>
              </a:ext>
            </a:extLst>
          </p:cNvPr>
          <p:cNvCxnSpPr>
            <a:cxnSpLocks/>
            <a:endCxn id="325" idx="1"/>
          </p:cNvCxnSpPr>
          <p:nvPr/>
        </p:nvCxnSpPr>
        <p:spPr>
          <a:xfrm>
            <a:off x="6847600" y="3993876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Textfeld 326">
            <a:extLst>
              <a:ext uri="{FF2B5EF4-FFF2-40B4-BE49-F238E27FC236}">
                <a16:creationId xmlns:a16="http://schemas.microsoft.com/office/drawing/2014/main" id="{0AAE9911-893E-4BFF-9C82-F94D29B42A42}"/>
              </a:ext>
            </a:extLst>
          </p:cNvPr>
          <p:cNvSpPr txBox="1"/>
          <p:nvPr/>
        </p:nvSpPr>
        <p:spPr>
          <a:xfrm>
            <a:off x="6601894" y="3855376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D</a:t>
            </a:r>
          </a:p>
        </p:txBody>
      </p:sp>
      <p:sp>
        <p:nvSpPr>
          <p:cNvPr id="328" name="Rechteck 327">
            <a:extLst>
              <a:ext uri="{FF2B5EF4-FFF2-40B4-BE49-F238E27FC236}">
                <a16:creationId xmlns:a16="http://schemas.microsoft.com/office/drawing/2014/main" id="{3AB266D0-4904-4E38-B0E3-DEA4F1862213}"/>
              </a:ext>
            </a:extLst>
          </p:cNvPr>
          <p:cNvSpPr/>
          <p:nvPr/>
        </p:nvSpPr>
        <p:spPr>
          <a:xfrm>
            <a:off x="7126570" y="4113987"/>
            <a:ext cx="1007389" cy="2402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KW1</a:t>
            </a:r>
          </a:p>
        </p:txBody>
      </p:sp>
      <p:cxnSp>
        <p:nvCxnSpPr>
          <p:cNvPr id="329" name="Gerader Verbinder 328">
            <a:extLst>
              <a:ext uri="{FF2B5EF4-FFF2-40B4-BE49-F238E27FC236}">
                <a16:creationId xmlns:a16="http://schemas.microsoft.com/office/drawing/2014/main" id="{AC4F9942-C4C6-4CCF-A35A-64B96006F504}"/>
              </a:ext>
            </a:extLst>
          </p:cNvPr>
          <p:cNvCxnSpPr>
            <a:cxnSpLocks/>
            <a:endCxn id="328" idx="1"/>
          </p:cNvCxnSpPr>
          <p:nvPr/>
        </p:nvCxnSpPr>
        <p:spPr>
          <a:xfrm>
            <a:off x="6847600" y="4234099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Textfeld 329">
            <a:extLst>
              <a:ext uri="{FF2B5EF4-FFF2-40B4-BE49-F238E27FC236}">
                <a16:creationId xmlns:a16="http://schemas.microsoft.com/office/drawing/2014/main" id="{6982EAD6-F959-4AA9-9B51-17C109E1D093}"/>
              </a:ext>
            </a:extLst>
          </p:cNvPr>
          <p:cNvSpPr txBox="1"/>
          <p:nvPr/>
        </p:nvSpPr>
        <p:spPr>
          <a:xfrm>
            <a:off x="6601894" y="4095599"/>
            <a:ext cx="2535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E</a:t>
            </a:r>
          </a:p>
        </p:txBody>
      </p:sp>
      <p:sp>
        <p:nvSpPr>
          <p:cNvPr id="331" name="Rechteck 330">
            <a:extLst>
              <a:ext uri="{FF2B5EF4-FFF2-40B4-BE49-F238E27FC236}">
                <a16:creationId xmlns:a16="http://schemas.microsoft.com/office/drawing/2014/main" id="{7313BA7F-02C1-4DAF-A7B5-28DA416F25B5}"/>
              </a:ext>
            </a:extLst>
          </p:cNvPr>
          <p:cNvSpPr/>
          <p:nvPr/>
        </p:nvSpPr>
        <p:spPr>
          <a:xfrm>
            <a:off x="7126570" y="4354211"/>
            <a:ext cx="1007389" cy="24022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EK1</a:t>
            </a:r>
          </a:p>
        </p:txBody>
      </p:sp>
      <p:cxnSp>
        <p:nvCxnSpPr>
          <p:cNvPr id="332" name="Gerader Verbinder 331">
            <a:extLst>
              <a:ext uri="{FF2B5EF4-FFF2-40B4-BE49-F238E27FC236}">
                <a16:creationId xmlns:a16="http://schemas.microsoft.com/office/drawing/2014/main" id="{4091C5A6-12C3-483F-A2E0-18EC21B59C8C}"/>
              </a:ext>
            </a:extLst>
          </p:cNvPr>
          <p:cNvCxnSpPr>
            <a:cxnSpLocks/>
            <a:endCxn id="331" idx="1"/>
          </p:cNvCxnSpPr>
          <p:nvPr/>
        </p:nvCxnSpPr>
        <p:spPr>
          <a:xfrm>
            <a:off x="6847600" y="4474323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Textfeld 332">
            <a:extLst>
              <a:ext uri="{FF2B5EF4-FFF2-40B4-BE49-F238E27FC236}">
                <a16:creationId xmlns:a16="http://schemas.microsoft.com/office/drawing/2014/main" id="{EB4E9DFF-2FF4-4307-A76F-A8D3F10B4451}"/>
              </a:ext>
            </a:extLst>
          </p:cNvPr>
          <p:cNvSpPr txBox="1"/>
          <p:nvPr/>
        </p:nvSpPr>
        <p:spPr>
          <a:xfrm>
            <a:off x="6601894" y="4335823"/>
            <a:ext cx="2487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F</a:t>
            </a:r>
          </a:p>
        </p:txBody>
      </p:sp>
      <p:sp>
        <p:nvSpPr>
          <p:cNvPr id="334" name="Rechteck 333">
            <a:extLst>
              <a:ext uri="{FF2B5EF4-FFF2-40B4-BE49-F238E27FC236}">
                <a16:creationId xmlns:a16="http://schemas.microsoft.com/office/drawing/2014/main" id="{C15A3B2B-4905-463B-B56F-37CC35573D33}"/>
              </a:ext>
            </a:extLst>
          </p:cNvPr>
          <p:cNvSpPr/>
          <p:nvPr/>
        </p:nvSpPr>
        <p:spPr>
          <a:xfrm>
            <a:off x="9097754" y="3145602"/>
            <a:ext cx="1007389" cy="2402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R1</a:t>
            </a:r>
          </a:p>
        </p:txBody>
      </p:sp>
      <p:cxnSp>
        <p:nvCxnSpPr>
          <p:cNvPr id="335" name="Gerader Verbinder 334">
            <a:extLst>
              <a:ext uri="{FF2B5EF4-FFF2-40B4-BE49-F238E27FC236}">
                <a16:creationId xmlns:a16="http://schemas.microsoft.com/office/drawing/2014/main" id="{0D964D7C-4C7F-4F88-9300-DE932ED5873A}"/>
              </a:ext>
            </a:extLst>
          </p:cNvPr>
          <p:cNvCxnSpPr>
            <a:cxnSpLocks/>
            <a:endCxn id="334" idx="1"/>
          </p:cNvCxnSpPr>
          <p:nvPr/>
        </p:nvCxnSpPr>
        <p:spPr>
          <a:xfrm>
            <a:off x="8818784" y="3265714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Textfeld 335">
            <a:extLst>
              <a:ext uri="{FF2B5EF4-FFF2-40B4-BE49-F238E27FC236}">
                <a16:creationId xmlns:a16="http://schemas.microsoft.com/office/drawing/2014/main" id="{FFE82E0B-A9E6-43F5-A316-BD16DF4449AE}"/>
              </a:ext>
            </a:extLst>
          </p:cNvPr>
          <p:cNvSpPr txBox="1"/>
          <p:nvPr/>
        </p:nvSpPr>
        <p:spPr>
          <a:xfrm>
            <a:off x="8573078" y="3127214"/>
            <a:ext cx="266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A</a:t>
            </a:r>
          </a:p>
        </p:txBody>
      </p:sp>
      <p:sp>
        <p:nvSpPr>
          <p:cNvPr id="337" name="Rechteck 336">
            <a:extLst>
              <a:ext uri="{FF2B5EF4-FFF2-40B4-BE49-F238E27FC236}">
                <a16:creationId xmlns:a16="http://schemas.microsoft.com/office/drawing/2014/main" id="{E63C367D-A54D-4505-905A-7006A1B0BC26}"/>
              </a:ext>
            </a:extLst>
          </p:cNvPr>
          <p:cNvSpPr/>
          <p:nvPr/>
        </p:nvSpPr>
        <p:spPr>
          <a:xfrm>
            <a:off x="9097754" y="3385826"/>
            <a:ext cx="1007389" cy="2402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G1</a:t>
            </a:r>
          </a:p>
        </p:txBody>
      </p:sp>
      <p:cxnSp>
        <p:nvCxnSpPr>
          <p:cNvPr id="338" name="Gerader Verbinder 337">
            <a:extLst>
              <a:ext uri="{FF2B5EF4-FFF2-40B4-BE49-F238E27FC236}">
                <a16:creationId xmlns:a16="http://schemas.microsoft.com/office/drawing/2014/main" id="{1B5132D3-C671-4F1F-BD35-6A7DEDBC5BA2}"/>
              </a:ext>
            </a:extLst>
          </p:cNvPr>
          <p:cNvCxnSpPr>
            <a:cxnSpLocks/>
            <a:endCxn id="337" idx="1"/>
          </p:cNvCxnSpPr>
          <p:nvPr/>
        </p:nvCxnSpPr>
        <p:spPr>
          <a:xfrm>
            <a:off x="8818784" y="3505938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Textfeld 338">
            <a:extLst>
              <a:ext uri="{FF2B5EF4-FFF2-40B4-BE49-F238E27FC236}">
                <a16:creationId xmlns:a16="http://schemas.microsoft.com/office/drawing/2014/main" id="{6BC046E0-18AD-4153-8043-CC149F6A2CAC}"/>
              </a:ext>
            </a:extLst>
          </p:cNvPr>
          <p:cNvSpPr txBox="1"/>
          <p:nvPr/>
        </p:nvSpPr>
        <p:spPr>
          <a:xfrm>
            <a:off x="8573078" y="3367438"/>
            <a:ext cx="2616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B</a:t>
            </a:r>
          </a:p>
        </p:txBody>
      </p:sp>
      <p:sp>
        <p:nvSpPr>
          <p:cNvPr id="340" name="Rechteck 339">
            <a:extLst>
              <a:ext uri="{FF2B5EF4-FFF2-40B4-BE49-F238E27FC236}">
                <a16:creationId xmlns:a16="http://schemas.microsoft.com/office/drawing/2014/main" id="{532EDFCF-C7DC-4733-906A-1AA99E3BBDBE}"/>
              </a:ext>
            </a:extLst>
          </p:cNvPr>
          <p:cNvSpPr/>
          <p:nvPr/>
        </p:nvSpPr>
        <p:spPr>
          <a:xfrm>
            <a:off x="9097754" y="3626049"/>
            <a:ext cx="1007389" cy="2402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B1</a:t>
            </a:r>
          </a:p>
        </p:txBody>
      </p:sp>
      <p:cxnSp>
        <p:nvCxnSpPr>
          <p:cNvPr id="341" name="Gerader Verbinder 340">
            <a:extLst>
              <a:ext uri="{FF2B5EF4-FFF2-40B4-BE49-F238E27FC236}">
                <a16:creationId xmlns:a16="http://schemas.microsoft.com/office/drawing/2014/main" id="{E64C1DF0-EAEF-455B-AF53-C1383F66A287}"/>
              </a:ext>
            </a:extLst>
          </p:cNvPr>
          <p:cNvCxnSpPr>
            <a:cxnSpLocks/>
            <a:endCxn id="340" idx="1"/>
          </p:cNvCxnSpPr>
          <p:nvPr/>
        </p:nvCxnSpPr>
        <p:spPr>
          <a:xfrm>
            <a:off x="8818784" y="3746161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Textfeld 341">
            <a:extLst>
              <a:ext uri="{FF2B5EF4-FFF2-40B4-BE49-F238E27FC236}">
                <a16:creationId xmlns:a16="http://schemas.microsoft.com/office/drawing/2014/main" id="{C527C337-12B6-4598-84DD-FB39819A9375}"/>
              </a:ext>
            </a:extLst>
          </p:cNvPr>
          <p:cNvSpPr txBox="1"/>
          <p:nvPr/>
        </p:nvSpPr>
        <p:spPr>
          <a:xfrm>
            <a:off x="8573078" y="3607661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C</a:t>
            </a:r>
          </a:p>
        </p:txBody>
      </p:sp>
      <p:sp>
        <p:nvSpPr>
          <p:cNvPr id="343" name="Rechteck 342">
            <a:extLst>
              <a:ext uri="{FF2B5EF4-FFF2-40B4-BE49-F238E27FC236}">
                <a16:creationId xmlns:a16="http://schemas.microsoft.com/office/drawing/2014/main" id="{2BF1A6F4-942F-40D0-BA79-7FA9949C4F65}"/>
              </a:ext>
            </a:extLst>
          </p:cNvPr>
          <p:cNvSpPr/>
          <p:nvPr/>
        </p:nvSpPr>
        <p:spPr>
          <a:xfrm>
            <a:off x="9097754" y="3866273"/>
            <a:ext cx="1007389" cy="24022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EK1</a:t>
            </a:r>
          </a:p>
        </p:txBody>
      </p:sp>
      <p:cxnSp>
        <p:nvCxnSpPr>
          <p:cNvPr id="344" name="Gerader Verbinder 343">
            <a:extLst>
              <a:ext uri="{FF2B5EF4-FFF2-40B4-BE49-F238E27FC236}">
                <a16:creationId xmlns:a16="http://schemas.microsoft.com/office/drawing/2014/main" id="{F6CCA57F-3F41-45DB-AE98-B075634784B9}"/>
              </a:ext>
            </a:extLst>
          </p:cNvPr>
          <p:cNvCxnSpPr>
            <a:cxnSpLocks/>
            <a:endCxn id="343" idx="1"/>
          </p:cNvCxnSpPr>
          <p:nvPr/>
        </p:nvCxnSpPr>
        <p:spPr>
          <a:xfrm>
            <a:off x="8818784" y="3986385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5" name="Textfeld 344">
            <a:extLst>
              <a:ext uri="{FF2B5EF4-FFF2-40B4-BE49-F238E27FC236}">
                <a16:creationId xmlns:a16="http://schemas.microsoft.com/office/drawing/2014/main" id="{5D961B2C-F0FF-48E4-B5C9-B6E2E81AA883}"/>
              </a:ext>
            </a:extLst>
          </p:cNvPr>
          <p:cNvSpPr txBox="1"/>
          <p:nvPr/>
        </p:nvSpPr>
        <p:spPr>
          <a:xfrm>
            <a:off x="8573078" y="3847885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D</a:t>
            </a:r>
          </a:p>
        </p:txBody>
      </p:sp>
      <p:sp>
        <p:nvSpPr>
          <p:cNvPr id="346" name="Rechteck 345">
            <a:extLst>
              <a:ext uri="{FF2B5EF4-FFF2-40B4-BE49-F238E27FC236}">
                <a16:creationId xmlns:a16="http://schemas.microsoft.com/office/drawing/2014/main" id="{BC54633B-B171-4415-B751-6FEADB3187C6}"/>
              </a:ext>
            </a:extLst>
          </p:cNvPr>
          <p:cNvSpPr/>
          <p:nvPr/>
        </p:nvSpPr>
        <p:spPr>
          <a:xfrm>
            <a:off x="9097754" y="4106496"/>
            <a:ext cx="1007389" cy="24022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EK2</a:t>
            </a:r>
          </a:p>
        </p:txBody>
      </p:sp>
      <p:cxnSp>
        <p:nvCxnSpPr>
          <p:cNvPr id="347" name="Gerader Verbinder 346">
            <a:extLst>
              <a:ext uri="{FF2B5EF4-FFF2-40B4-BE49-F238E27FC236}">
                <a16:creationId xmlns:a16="http://schemas.microsoft.com/office/drawing/2014/main" id="{E73A2597-1B6B-4AE3-838D-B91BA30FBCBE}"/>
              </a:ext>
            </a:extLst>
          </p:cNvPr>
          <p:cNvCxnSpPr>
            <a:cxnSpLocks/>
            <a:endCxn id="346" idx="1"/>
          </p:cNvCxnSpPr>
          <p:nvPr/>
        </p:nvCxnSpPr>
        <p:spPr>
          <a:xfrm>
            <a:off x="8818784" y="4226608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Textfeld 347">
            <a:extLst>
              <a:ext uri="{FF2B5EF4-FFF2-40B4-BE49-F238E27FC236}">
                <a16:creationId xmlns:a16="http://schemas.microsoft.com/office/drawing/2014/main" id="{B1EE4217-4E5F-4BCD-90EF-058D3979EA91}"/>
              </a:ext>
            </a:extLst>
          </p:cNvPr>
          <p:cNvSpPr txBox="1"/>
          <p:nvPr/>
        </p:nvSpPr>
        <p:spPr>
          <a:xfrm>
            <a:off x="8573078" y="4088108"/>
            <a:ext cx="2535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E</a:t>
            </a:r>
          </a:p>
        </p:txBody>
      </p:sp>
      <p:sp>
        <p:nvSpPr>
          <p:cNvPr id="349" name="Rechteck 348">
            <a:extLst>
              <a:ext uri="{FF2B5EF4-FFF2-40B4-BE49-F238E27FC236}">
                <a16:creationId xmlns:a16="http://schemas.microsoft.com/office/drawing/2014/main" id="{19568706-522B-4DCE-AD3F-CEACCEB7CED2}"/>
              </a:ext>
            </a:extLst>
          </p:cNvPr>
          <p:cNvSpPr/>
          <p:nvPr/>
        </p:nvSpPr>
        <p:spPr>
          <a:xfrm>
            <a:off x="9097754" y="4346720"/>
            <a:ext cx="1007389" cy="24022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EK3</a:t>
            </a:r>
          </a:p>
        </p:txBody>
      </p:sp>
      <p:cxnSp>
        <p:nvCxnSpPr>
          <p:cNvPr id="350" name="Gerader Verbinder 349">
            <a:extLst>
              <a:ext uri="{FF2B5EF4-FFF2-40B4-BE49-F238E27FC236}">
                <a16:creationId xmlns:a16="http://schemas.microsoft.com/office/drawing/2014/main" id="{629AA251-63BF-45FE-AC5C-E526A45220FD}"/>
              </a:ext>
            </a:extLst>
          </p:cNvPr>
          <p:cNvCxnSpPr>
            <a:cxnSpLocks/>
            <a:endCxn id="349" idx="1"/>
          </p:cNvCxnSpPr>
          <p:nvPr/>
        </p:nvCxnSpPr>
        <p:spPr>
          <a:xfrm>
            <a:off x="8818784" y="4466832"/>
            <a:ext cx="278970" cy="0"/>
          </a:xfrm>
          <a:prstGeom prst="line">
            <a:avLst/>
          </a:prstGeom>
          <a:ln w="12700" cmpd="sng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extfeld 350">
            <a:extLst>
              <a:ext uri="{FF2B5EF4-FFF2-40B4-BE49-F238E27FC236}">
                <a16:creationId xmlns:a16="http://schemas.microsoft.com/office/drawing/2014/main" id="{13D0EA7E-333B-4F1D-9C2E-0281381A7A66}"/>
              </a:ext>
            </a:extLst>
          </p:cNvPr>
          <p:cNvSpPr txBox="1"/>
          <p:nvPr/>
        </p:nvSpPr>
        <p:spPr>
          <a:xfrm>
            <a:off x="8573078" y="4328332"/>
            <a:ext cx="2487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624376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8" name="Gruppieren 517">
            <a:extLst>
              <a:ext uri="{FF2B5EF4-FFF2-40B4-BE49-F238E27FC236}">
                <a16:creationId xmlns:a16="http://schemas.microsoft.com/office/drawing/2014/main" id="{7AF432D0-FBFF-4015-B820-E6428DCB0E89}"/>
              </a:ext>
            </a:extLst>
          </p:cNvPr>
          <p:cNvGrpSpPr/>
          <p:nvPr/>
        </p:nvGrpSpPr>
        <p:grpSpPr>
          <a:xfrm>
            <a:off x="1942820" y="442967"/>
            <a:ext cx="905085" cy="1450430"/>
            <a:chOff x="1942820" y="442967"/>
            <a:chExt cx="905085" cy="1450430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4710E2BD-04A4-4EB8-B8CD-77FCDD65995B}"/>
                </a:ext>
              </a:extLst>
            </p:cNvPr>
            <p:cNvSpPr/>
            <p:nvPr/>
          </p:nvSpPr>
          <p:spPr>
            <a:xfrm>
              <a:off x="2343905" y="444978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EK6</a:t>
              </a:r>
            </a:p>
          </p:txBody>
        </p: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FBC1E66A-4C62-400D-9096-2003D2F2896F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>
              <a:off x="2177256" y="563283"/>
              <a:ext cx="166649" cy="1807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0B44D837-977D-4DB3-9EE8-888C8F336DF6}"/>
                </a:ext>
              </a:extLst>
            </p:cNvPr>
            <p:cNvSpPr txBox="1"/>
            <p:nvPr/>
          </p:nvSpPr>
          <p:spPr>
            <a:xfrm>
              <a:off x="1942820" y="1631787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DBF60FE4-6667-4E97-BD33-E2F1276A6D92}"/>
                </a:ext>
              </a:extLst>
            </p:cNvPr>
            <p:cNvSpPr/>
            <p:nvPr/>
          </p:nvSpPr>
          <p:spPr>
            <a:xfrm>
              <a:off x="2343905" y="685202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EK5</a:t>
              </a:r>
            </a:p>
          </p:txBody>
        </p: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04A34987-0BFD-4CCC-8CBA-82A76A3D3EB0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>
              <a:off x="2177256" y="805314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91B47069-8F44-4E5F-B4DF-DDC5AE0AE2A3}"/>
                </a:ext>
              </a:extLst>
            </p:cNvPr>
            <p:cNvSpPr txBox="1"/>
            <p:nvPr/>
          </p:nvSpPr>
          <p:spPr>
            <a:xfrm>
              <a:off x="1942820" y="1393372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7D0051B7-AC85-4CC9-B564-71BEFA850798}"/>
                </a:ext>
              </a:extLst>
            </p:cNvPr>
            <p:cNvSpPr/>
            <p:nvPr/>
          </p:nvSpPr>
          <p:spPr>
            <a:xfrm>
              <a:off x="2343905" y="925425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EK4</a:t>
              </a:r>
            </a:p>
          </p:txBody>
        </p: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4BBCC21B-FA56-46EC-BE52-69D853B1CC56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>
              <a:off x="2177256" y="1045537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207CD831-7546-4A98-82CB-17A451A97FF6}"/>
                </a:ext>
              </a:extLst>
            </p:cNvPr>
            <p:cNvSpPr txBox="1"/>
            <p:nvPr/>
          </p:nvSpPr>
          <p:spPr>
            <a:xfrm>
              <a:off x="1942820" y="1144263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7286E9D6-5044-4D0C-8E72-3BD26EC63FBC}"/>
                </a:ext>
              </a:extLst>
            </p:cNvPr>
            <p:cNvSpPr/>
            <p:nvPr/>
          </p:nvSpPr>
          <p:spPr>
            <a:xfrm>
              <a:off x="2343905" y="1165649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EK3</a:t>
              </a:r>
            </a:p>
          </p:txBody>
        </p: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A4B736F5-046C-4EA1-96CC-50D114BB47BB}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>
              <a:off x="2177256" y="1285761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714F0FA2-0781-4017-AD10-6020A6C180B8}"/>
                </a:ext>
              </a:extLst>
            </p:cNvPr>
            <p:cNvSpPr txBox="1"/>
            <p:nvPr/>
          </p:nvSpPr>
          <p:spPr>
            <a:xfrm>
              <a:off x="1942820" y="909725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8F3E7ADF-8EDA-4F06-84A5-48961A2DB3E0}"/>
                </a:ext>
              </a:extLst>
            </p:cNvPr>
            <p:cNvSpPr/>
            <p:nvPr/>
          </p:nvSpPr>
          <p:spPr>
            <a:xfrm>
              <a:off x="2343905" y="1405872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EK2</a:t>
              </a:r>
            </a:p>
          </p:txBody>
        </p: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805B6CC8-1D2B-49B7-B674-585D94C0EE87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>
              <a:off x="2177256" y="1525984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C1C1B7D2-8E05-4887-9A36-CFB984753DF3}"/>
                </a:ext>
              </a:extLst>
            </p:cNvPr>
            <p:cNvSpPr txBox="1"/>
            <p:nvPr/>
          </p:nvSpPr>
          <p:spPr>
            <a:xfrm>
              <a:off x="1942820" y="676346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C65C88B6-A679-48D6-8576-E9DDB4B29ABC}"/>
                </a:ext>
              </a:extLst>
            </p:cNvPr>
            <p:cNvSpPr/>
            <p:nvPr/>
          </p:nvSpPr>
          <p:spPr>
            <a:xfrm>
              <a:off x="2343905" y="1646096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</a:t>
              </a:r>
            </a:p>
          </p:txBody>
        </p: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93D71273-5EC2-4F97-95E7-5838F285C6C1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>
              <a:off x="2177256" y="1766208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4D4A857-F751-4E2B-9C18-E4B4B18B2D79}"/>
                </a:ext>
              </a:extLst>
            </p:cNvPr>
            <p:cNvSpPr txBox="1"/>
            <p:nvPr/>
          </p:nvSpPr>
          <p:spPr>
            <a:xfrm>
              <a:off x="1942820" y="442967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</p:grpSp>
      <p:grpSp>
        <p:nvGrpSpPr>
          <p:cNvPr id="169" name="Gruppieren 168">
            <a:extLst>
              <a:ext uri="{FF2B5EF4-FFF2-40B4-BE49-F238E27FC236}">
                <a16:creationId xmlns:a16="http://schemas.microsoft.com/office/drawing/2014/main" id="{6E517BF3-3E91-4C93-9E89-F0BAD251A6A0}"/>
              </a:ext>
            </a:extLst>
          </p:cNvPr>
          <p:cNvGrpSpPr/>
          <p:nvPr/>
        </p:nvGrpSpPr>
        <p:grpSpPr>
          <a:xfrm>
            <a:off x="647420" y="442967"/>
            <a:ext cx="905085" cy="1450430"/>
            <a:chOff x="647420" y="442967"/>
            <a:chExt cx="905085" cy="1450430"/>
          </a:xfrm>
        </p:grpSpPr>
        <p:sp>
          <p:nvSpPr>
            <p:cNvPr id="122" name="Rechteck 121">
              <a:extLst>
                <a:ext uri="{FF2B5EF4-FFF2-40B4-BE49-F238E27FC236}">
                  <a16:creationId xmlns:a16="http://schemas.microsoft.com/office/drawing/2014/main" id="{B6C9A4AE-6F75-4EC5-8FD6-BF9CB4763D5D}"/>
                </a:ext>
              </a:extLst>
            </p:cNvPr>
            <p:cNvSpPr/>
            <p:nvPr/>
          </p:nvSpPr>
          <p:spPr>
            <a:xfrm>
              <a:off x="1048504" y="444978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23" name="Gerader Verbinder 122">
              <a:extLst>
                <a:ext uri="{FF2B5EF4-FFF2-40B4-BE49-F238E27FC236}">
                  <a16:creationId xmlns:a16="http://schemas.microsoft.com/office/drawing/2014/main" id="{13551161-37B6-4783-B758-697B33D88DCC}"/>
                </a:ext>
              </a:extLst>
            </p:cNvPr>
            <p:cNvCxnSpPr>
              <a:cxnSpLocks/>
              <a:endCxn id="122" idx="1"/>
            </p:cNvCxnSpPr>
            <p:nvPr/>
          </p:nvCxnSpPr>
          <p:spPr>
            <a:xfrm>
              <a:off x="881856" y="563283"/>
              <a:ext cx="166648" cy="1807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feld 123">
              <a:extLst>
                <a:ext uri="{FF2B5EF4-FFF2-40B4-BE49-F238E27FC236}">
                  <a16:creationId xmlns:a16="http://schemas.microsoft.com/office/drawing/2014/main" id="{CDA8E206-B9F3-4453-8C55-ECE1A28704D5}"/>
                </a:ext>
              </a:extLst>
            </p:cNvPr>
            <p:cNvSpPr txBox="1"/>
            <p:nvPr/>
          </p:nvSpPr>
          <p:spPr>
            <a:xfrm>
              <a:off x="647420" y="1631787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125" name="Rechteck 124">
              <a:extLst>
                <a:ext uri="{FF2B5EF4-FFF2-40B4-BE49-F238E27FC236}">
                  <a16:creationId xmlns:a16="http://schemas.microsoft.com/office/drawing/2014/main" id="{1400D3AC-1670-486F-88DF-148775043051}"/>
                </a:ext>
              </a:extLst>
            </p:cNvPr>
            <p:cNvSpPr/>
            <p:nvPr/>
          </p:nvSpPr>
          <p:spPr>
            <a:xfrm>
              <a:off x="1048504" y="685202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26" name="Gerader Verbinder 125">
              <a:extLst>
                <a:ext uri="{FF2B5EF4-FFF2-40B4-BE49-F238E27FC236}">
                  <a16:creationId xmlns:a16="http://schemas.microsoft.com/office/drawing/2014/main" id="{E0AC5669-B456-41C4-915D-0D9631F9F589}"/>
                </a:ext>
              </a:extLst>
            </p:cNvPr>
            <p:cNvCxnSpPr>
              <a:cxnSpLocks/>
              <a:endCxn id="125" idx="1"/>
            </p:cNvCxnSpPr>
            <p:nvPr/>
          </p:nvCxnSpPr>
          <p:spPr>
            <a:xfrm>
              <a:off x="881856" y="805314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feld 126">
              <a:extLst>
                <a:ext uri="{FF2B5EF4-FFF2-40B4-BE49-F238E27FC236}">
                  <a16:creationId xmlns:a16="http://schemas.microsoft.com/office/drawing/2014/main" id="{908E22CC-DE95-45D3-8B3F-D9CBAB2E4D82}"/>
                </a:ext>
              </a:extLst>
            </p:cNvPr>
            <p:cNvSpPr txBox="1"/>
            <p:nvPr/>
          </p:nvSpPr>
          <p:spPr>
            <a:xfrm>
              <a:off x="647420" y="1393372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128" name="Rechteck 127">
              <a:extLst>
                <a:ext uri="{FF2B5EF4-FFF2-40B4-BE49-F238E27FC236}">
                  <a16:creationId xmlns:a16="http://schemas.microsoft.com/office/drawing/2014/main" id="{CFF238D5-858A-404F-A40A-EEED87B09167}"/>
                </a:ext>
              </a:extLst>
            </p:cNvPr>
            <p:cNvSpPr/>
            <p:nvPr/>
          </p:nvSpPr>
          <p:spPr>
            <a:xfrm>
              <a:off x="1048505" y="925425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29" name="Gerader Verbinder 128">
              <a:extLst>
                <a:ext uri="{FF2B5EF4-FFF2-40B4-BE49-F238E27FC236}">
                  <a16:creationId xmlns:a16="http://schemas.microsoft.com/office/drawing/2014/main" id="{C27680D7-8393-474B-BBBD-B1F031510EE5}"/>
                </a:ext>
              </a:extLst>
            </p:cNvPr>
            <p:cNvCxnSpPr>
              <a:cxnSpLocks/>
              <a:endCxn id="128" idx="1"/>
            </p:cNvCxnSpPr>
            <p:nvPr/>
          </p:nvCxnSpPr>
          <p:spPr>
            <a:xfrm>
              <a:off x="881856" y="1045537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feld 129">
              <a:extLst>
                <a:ext uri="{FF2B5EF4-FFF2-40B4-BE49-F238E27FC236}">
                  <a16:creationId xmlns:a16="http://schemas.microsoft.com/office/drawing/2014/main" id="{91767284-1116-4D83-8822-6E667C2C580D}"/>
                </a:ext>
              </a:extLst>
            </p:cNvPr>
            <p:cNvSpPr txBox="1"/>
            <p:nvPr/>
          </p:nvSpPr>
          <p:spPr>
            <a:xfrm>
              <a:off x="647420" y="1144263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131" name="Rechteck 130">
              <a:extLst>
                <a:ext uri="{FF2B5EF4-FFF2-40B4-BE49-F238E27FC236}">
                  <a16:creationId xmlns:a16="http://schemas.microsoft.com/office/drawing/2014/main" id="{62649EE3-0546-4273-A480-50FC374D2FD2}"/>
                </a:ext>
              </a:extLst>
            </p:cNvPr>
            <p:cNvSpPr/>
            <p:nvPr/>
          </p:nvSpPr>
          <p:spPr>
            <a:xfrm>
              <a:off x="1048505" y="1165649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32" name="Gerader Verbinder 131">
              <a:extLst>
                <a:ext uri="{FF2B5EF4-FFF2-40B4-BE49-F238E27FC236}">
                  <a16:creationId xmlns:a16="http://schemas.microsoft.com/office/drawing/2014/main" id="{3EA84D91-9361-4633-B86A-722006CA2D3D}"/>
                </a:ext>
              </a:extLst>
            </p:cNvPr>
            <p:cNvCxnSpPr>
              <a:cxnSpLocks/>
              <a:endCxn id="131" idx="1"/>
            </p:cNvCxnSpPr>
            <p:nvPr/>
          </p:nvCxnSpPr>
          <p:spPr>
            <a:xfrm>
              <a:off x="881856" y="1285761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Textfeld 132">
              <a:extLst>
                <a:ext uri="{FF2B5EF4-FFF2-40B4-BE49-F238E27FC236}">
                  <a16:creationId xmlns:a16="http://schemas.microsoft.com/office/drawing/2014/main" id="{D896DD3B-D2A6-41D2-A7DF-67D679AD75D6}"/>
                </a:ext>
              </a:extLst>
            </p:cNvPr>
            <p:cNvSpPr txBox="1"/>
            <p:nvPr/>
          </p:nvSpPr>
          <p:spPr>
            <a:xfrm>
              <a:off x="647420" y="909725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134" name="Rechteck 133">
              <a:extLst>
                <a:ext uri="{FF2B5EF4-FFF2-40B4-BE49-F238E27FC236}">
                  <a16:creationId xmlns:a16="http://schemas.microsoft.com/office/drawing/2014/main" id="{4BE82ABA-FED3-4BE2-86CB-C8706CC60F52}"/>
                </a:ext>
              </a:extLst>
            </p:cNvPr>
            <p:cNvSpPr/>
            <p:nvPr/>
          </p:nvSpPr>
          <p:spPr>
            <a:xfrm>
              <a:off x="1048505" y="1405872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35" name="Gerader Verbinder 134">
              <a:extLst>
                <a:ext uri="{FF2B5EF4-FFF2-40B4-BE49-F238E27FC236}">
                  <a16:creationId xmlns:a16="http://schemas.microsoft.com/office/drawing/2014/main" id="{52AC52A6-DE07-4FB6-9AC7-10E4E051B8C9}"/>
                </a:ext>
              </a:extLst>
            </p:cNvPr>
            <p:cNvCxnSpPr>
              <a:cxnSpLocks/>
              <a:endCxn id="134" idx="1"/>
            </p:cNvCxnSpPr>
            <p:nvPr/>
          </p:nvCxnSpPr>
          <p:spPr>
            <a:xfrm>
              <a:off x="881856" y="1525984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Textfeld 135">
              <a:extLst>
                <a:ext uri="{FF2B5EF4-FFF2-40B4-BE49-F238E27FC236}">
                  <a16:creationId xmlns:a16="http://schemas.microsoft.com/office/drawing/2014/main" id="{00CB33C4-068D-49F7-BD3E-A758BF79B50D}"/>
                </a:ext>
              </a:extLst>
            </p:cNvPr>
            <p:cNvSpPr txBox="1"/>
            <p:nvPr/>
          </p:nvSpPr>
          <p:spPr>
            <a:xfrm>
              <a:off x="647420" y="676346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137" name="Rechteck 136">
              <a:extLst>
                <a:ext uri="{FF2B5EF4-FFF2-40B4-BE49-F238E27FC236}">
                  <a16:creationId xmlns:a16="http://schemas.microsoft.com/office/drawing/2014/main" id="{276C9D00-6B8D-42EF-9B51-2F9A873CD949}"/>
                </a:ext>
              </a:extLst>
            </p:cNvPr>
            <p:cNvSpPr/>
            <p:nvPr/>
          </p:nvSpPr>
          <p:spPr>
            <a:xfrm>
              <a:off x="1048505" y="1646096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38" name="Gerader Verbinder 137">
              <a:extLst>
                <a:ext uri="{FF2B5EF4-FFF2-40B4-BE49-F238E27FC236}">
                  <a16:creationId xmlns:a16="http://schemas.microsoft.com/office/drawing/2014/main" id="{128DCD4F-E4CE-4021-A021-77976D2C86A7}"/>
                </a:ext>
              </a:extLst>
            </p:cNvPr>
            <p:cNvCxnSpPr>
              <a:cxnSpLocks/>
              <a:endCxn id="137" idx="1"/>
            </p:cNvCxnSpPr>
            <p:nvPr/>
          </p:nvCxnSpPr>
          <p:spPr>
            <a:xfrm>
              <a:off x="881856" y="1766208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feld 138">
              <a:extLst>
                <a:ext uri="{FF2B5EF4-FFF2-40B4-BE49-F238E27FC236}">
                  <a16:creationId xmlns:a16="http://schemas.microsoft.com/office/drawing/2014/main" id="{16B47B6B-4DC1-4F1B-A1CF-AF633F737C3C}"/>
                </a:ext>
              </a:extLst>
            </p:cNvPr>
            <p:cNvSpPr txBox="1"/>
            <p:nvPr/>
          </p:nvSpPr>
          <p:spPr>
            <a:xfrm>
              <a:off x="647420" y="442967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</p:grpSp>
      <p:grpSp>
        <p:nvGrpSpPr>
          <p:cNvPr id="519" name="Gruppieren 518">
            <a:extLst>
              <a:ext uri="{FF2B5EF4-FFF2-40B4-BE49-F238E27FC236}">
                <a16:creationId xmlns:a16="http://schemas.microsoft.com/office/drawing/2014/main" id="{AFE1E0E8-83AA-4622-82CC-FB41CE135A31}"/>
              </a:ext>
            </a:extLst>
          </p:cNvPr>
          <p:cNvGrpSpPr/>
          <p:nvPr/>
        </p:nvGrpSpPr>
        <p:grpSpPr>
          <a:xfrm>
            <a:off x="3395199" y="442967"/>
            <a:ext cx="905084" cy="1450430"/>
            <a:chOff x="3395199" y="442967"/>
            <a:chExt cx="905084" cy="1450430"/>
          </a:xfrm>
        </p:grpSpPr>
        <p:sp>
          <p:nvSpPr>
            <p:cNvPr id="140" name="Rechteck 139">
              <a:extLst>
                <a:ext uri="{FF2B5EF4-FFF2-40B4-BE49-F238E27FC236}">
                  <a16:creationId xmlns:a16="http://schemas.microsoft.com/office/drawing/2014/main" id="{170251B9-1F7E-4C64-9D5F-C0D44EAAD337}"/>
                </a:ext>
              </a:extLst>
            </p:cNvPr>
            <p:cNvSpPr/>
            <p:nvPr/>
          </p:nvSpPr>
          <p:spPr>
            <a:xfrm>
              <a:off x="3796283" y="444978"/>
              <a:ext cx="504000" cy="2402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KW3</a:t>
              </a:r>
            </a:p>
          </p:txBody>
        </p:sp>
        <p:cxnSp>
          <p:nvCxnSpPr>
            <p:cNvPr id="141" name="Gerader Verbinder 140">
              <a:extLst>
                <a:ext uri="{FF2B5EF4-FFF2-40B4-BE49-F238E27FC236}">
                  <a16:creationId xmlns:a16="http://schemas.microsoft.com/office/drawing/2014/main" id="{CF7F547F-840E-4416-BCD3-5CBC7429AFD5}"/>
                </a:ext>
              </a:extLst>
            </p:cNvPr>
            <p:cNvCxnSpPr>
              <a:cxnSpLocks/>
              <a:endCxn id="140" idx="1"/>
            </p:cNvCxnSpPr>
            <p:nvPr/>
          </p:nvCxnSpPr>
          <p:spPr>
            <a:xfrm>
              <a:off x="3629635" y="563283"/>
              <a:ext cx="166648" cy="1807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feld 141">
              <a:extLst>
                <a:ext uri="{FF2B5EF4-FFF2-40B4-BE49-F238E27FC236}">
                  <a16:creationId xmlns:a16="http://schemas.microsoft.com/office/drawing/2014/main" id="{9EEB72ED-51BD-4487-B74D-835E22A5EC45}"/>
                </a:ext>
              </a:extLst>
            </p:cNvPr>
            <p:cNvSpPr txBox="1"/>
            <p:nvPr/>
          </p:nvSpPr>
          <p:spPr>
            <a:xfrm>
              <a:off x="3395199" y="1631787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143" name="Rechteck 142">
              <a:extLst>
                <a:ext uri="{FF2B5EF4-FFF2-40B4-BE49-F238E27FC236}">
                  <a16:creationId xmlns:a16="http://schemas.microsoft.com/office/drawing/2014/main" id="{CD102B79-020A-490C-AAB5-9E8A2B5CADD1}"/>
                </a:ext>
              </a:extLst>
            </p:cNvPr>
            <p:cNvSpPr/>
            <p:nvPr/>
          </p:nvSpPr>
          <p:spPr>
            <a:xfrm>
              <a:off x="3796283" y="685202"/>
              <a:ext cx="504000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WW3</a:t>
              </a:r>
            </a:p>
          </p:txBody>
        </p:sp>
        <p:cxnSp>
          <p:nvCxnSpPr>
            <p:cNvPr id="144" name="Gerader Verbinder 143">
              <a:extLst>
                <a:ext uri="{FF2B5EF4-FFF2-40B4-BE49-F238E27FC236}">
                  <a16:creationId xmlns:a16="http://schemas.microsoft.com/office/drawing/2014/main" id="{496F67A6-EF63-4854-B2FC-D7CD3D1C2B5F}"/>
                </a:ext>
              </a:extLst>
            </p:cNvPr>
            <p:cNvCxnSpPr>
              <a:cxnSpLocks/>
              <a:endCxn id="143" idx="1"/>
            </p:cNvCxnSpPr>
            <p:nvPr/>
          </p:nvCxnSpPr>
          <p:spPr>
            <a:xfrm>
              <a:off x="3629635" y="805314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Textfeld 144">
              <a:extLst>
                <a:ext uri="{FF2B5EF4-FFF2-40B4-BE49-F238E27FC236}">
                  <a16:creationId xmlns:a16="http://schemas.microsoft.com/office/drawing/2014/main" id="{3DBE6928-3B62-439F-8C20-6D5BA43036F2}"/>
                </a:ext>
              </a:extLst>
            </p:cNvPr>
            <p:cNvSpPr txBox="1"/>
            <p:nvPr/>
          </p:nvSpPr>
          <p:spPr>
            <a:xfrm>
              <a:off x="3395199" y="1393372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146" name="Rechteck 145">
              <a:extLst>
                <a:ext uri="{FF2B5EF4-FFF2-40B4-BE49-F238E27FC236}">
                  <a16:creationId xmlns:a16="http://schemas.microsoft.com/office/drawing/2014/main" id="{8106107B-0BAD-4DFB-AEE5-0050806FAECD}"/>
                </a:ext>
              </a:extLst>
            </p:cNvPr>
            <p:cNvSpPr/>
            <p:nvPr/>
          </p:nvSpPr>
          <p:spPr>
            <a:xfrm>
              <a:off x="3796283" y="925425"/>
              <a:ext cx="504000" cy="2402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KW2</a:t>
              </a:r>
            </a:p>
          </p:txBody>
        </p:sp>
        <p:cxnSp>
          <p:nvCxnSpPr>
            <p:cNvPr id="147" name="Gerader Verbinder 146">
              <a:extLst>
                <a:ext uri="{FF2B5EF4-FFF2-40B4-BE49-F238E27FC236}">
                  <a16:creationId xmlns:a16="http://schemas.microsoft.com/office/drawing/2014/main" id="{0A48CBAF-02B2-4F76-849F-1C7F70D51E63}"/>
                </a:ext>
              </a:extLst>
            </p:cNvPr>
            <p:cNvCxnSpPr>
              <a:cxnSpLocks/>
              <a:endCxn id="146" idx="1"/>
            </p:cNvCxnSpPr>
            <p:nvPr/>
          </p:nvCxnSpPr>
          <p:spPr>
            <a:xfrm>
              <a:off x="3629635" y="1045537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Textfeld 147">
              <a:extLst>
                <a:ext uri="{FF2B5EF4-FFF2-40B4-BE49-F238E27FC236}">
                  <a16:creationId xmlns:a16="http://schemas.microsoft.com/office/drawing/2014/main" id="{99BC3241-48DD-45AA-AAE9-EAEBDE12FEC8}"/>
                </a:ext>
              </a:extLst>
            </p:cNvPr>
            <p:cNvSpPr txBox="1"/>
            <p:nvPr/>
          </p:nvSpPr>
          <p:spPr>
            <a:xfrm>
              <a:off x="3395199" y="1144263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149" name="Rechteck 148">
              <a:extLst>
                <a:ext uri="{FF2B5EF4-FFF2-40B4-BE49-F238E27FC236}">
                  <a16:creationId xmlns:a16="http://schemas.microsoft.com/office/drawing/2014/main" id="{74272B1A-00D7-440B-B1FB-289B7C2F8F15}"/>
                </a:ext>
              </a:extLst>
            </p:cNvPr>
            <p:cNvSpPr/>
            <p:nvPr/>
          </p:nvSpPr>
          <p:spPr>
            <a:xfrm>
              <a:off x="3796283" y="1165649"/>
              <a:ext cx="504000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WW2</a:t>
              </a:r>
            </a:p>
          </p:txBody>
        </p:sp>
        <p:cxnSp>
          <p:nvCxnSpPr>
            <p:cNvPr id="150" name="Gerader Verbinder 149">
              <a:extLst>
                <a:ext uri="{FF2B5EF4-FFF2-40B4-BE49-F238E27FC236}">
                  <a16:creationId xmlns:a16="http://schemas.microsoft.com/office/drawing/2014/main" id="{094F9873-92B7-4040-86B1-0384DFFCE2F6}"/>
                </a:ext>
              </a:extLst>
            </p:cNvPr>
            <p:cNvCxnSpPr>
              <a:cxnSpLocks/>
              <a:endCxn id="149" idx="1"/>
            </p:cNvCxnSpPr>
            <p:nvPr/>
          </p:nvCxnSpPr>
          <p:spPr>
            <a:xfrm>
              <a:off x="3629635" y="1285761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Textfeld 150">
              <a:extLst>
                <a:ext uri="{FF2B5EF4-FFF2-40B4-BE49-F238E27FC236}">
                  <a16:creationId xmlns:a16="http://schemas.microsoft.com/office/drawing/2014/main" id="{A8133BDB-7B7D-4D00-BBE6-A67745221AEF}"/>
                </a:ext>
              </a:extLst>
            </p:cNvPr>
            <p:cNvSpPr txBox="1"/>
            <p:nvPr/>
          </p:nvSpPr>
          <p:spPr>
            <a:xfrm>
              <a:off x="3395199" y="909725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152" name="Rechteck 151">
              <a:extLst>
                <a:ext uri="{FF2B5EF4-FFF2-40B4-BE49-F238E27FC236}">
                  <a16:creationId xmlns:a16="http://schemas.microsoft.com/office/drawing/2014/main" id="{6945F38E-1ECA-4224-AEEE-FF34F6BF8DE0}"/>
                </a:ext>
              </a:extLst>
            </p:cNvPr>
            <p:cNvSpPr/>
            <p:nvPr/>
          </p:nvSpPr>
          <p:spPr>
            <a:xfrm>
              <a:off x="3796283" y="1405872"/>
              <a:ext cx="504000" cy="2402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KW1</a:t>
              </a:r>
            </a:p>
          </p:txBody>
        </p:sp>
        <p:cxnSp>
          <p:nvCxnSpPr>
            <p:cNvPr id="153" name="Gerader Verbinder 152">
              <a:extLst>
                <a:ext uri="{FF2B5EF4-FFF2-40B4-BE49-F238E27FC236}">
                  <a16:creationId xmlns:a16="http://schemas.microsoft.com/office/drawing/2014/main" id="{A0314292-7B0D-43E9-8897-B1CCB9F8DB78}"/>
                </a:ext>
              </a:extLst>
            </p:cNvPr>
            <p:cNvCxnSpPr>
              <a:cxnSpLocks/>
              <a:endCxn id="152" idx="1"/>
            </p:cNvCxnSpPr>
            <p:nvPr/>
          </p:nvCxnSpPr>
          <p:spPr>
            <a:xfrm>
              <a:off x="3629635" y="1525984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Textfeld 153">
              <a:extLst>
                <a:ext uri="{FF2B5EF4-FFF2-40B4-BE49-F238E27FC236}">
                  <a16:creationId xmlns:a16="http://schemas.microsoft.com/office/drawing/2014/main" id="{F4A06858-4124-4611-B5C2-B89B740C8649}"/>
                </a:ext>
              </a:extLst>
            </p:cNvPr>
            <p:cNvSpPr txBox="1"/>
            <p:nvPr/>
          </p:nvSpPr>
          <p:spPr>
            <a:xfrm>
              <a:off x="3395199" y="676346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155" name="Rechteck 154">
              <a:extLst>
                <a:ext uri="{FF2B5EF4-FFF2-40B4-BE49-F238E27FC236}">
                  <a16:creationId xmlns:a16="http://schemas.microsoft.com/office/drawing/2014/main" id="{D469703A-744D-4C6F-BD7E-5CE4D35A6B15}"/>
                </a:ext>
              </a:extLst>
            </p:cNvPr>
            <p:cNvSpPr/>
            <p:nvPr/>
          </p:nvSpPr>
          <p:spPr>
            <a:xfrm>
              <a:off x="3796283" y="1646096"/>
              <a:ext cx="504000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WW1</a:t>
              </a:r>
            </a:p>
          </p:txBody>
        </p:sp>
        <p:cxnSp>
          <p:nvCxnSpPr>
            <p:cNvPr id="156" name="Gerader Verbinder 155">
              <a:extLst>
                <a:ext uri="{FF2B5EF4-FFF2-40B4-BE49-F238E27FC236}">
                  <a16:creationId xmlns:a16="http://schemas.microsoft.com/office/drawing/2014/main" id="{F0348B3D-1D4B-4DFF-AF49-84EDEA655FDA}"/>
                </a:ext>
              </a:extLst>
            </p:cNvPr>
            <p:cNvCxnSpPr>
              <a:cxnSpLocks/>
              <a:endCxn id="155" idx="1"/>
            </p:cNvCxnSpPr>
            <p:nvPr/>
          </p:nvCxnSpPr>
          <p:spPr>
            <a:xfrm>
              <a:off x="3629635" y="1766208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feld 156">
              <a:extLst>
                <a:ext uri="{FF2B5EF4-FFF2-40B4-BE49-F238E27FC236}">
                  <a16:creationId xmlns:a16="http://schemas.microsoft.com/office/drawing/2014/main" id="{C0EABAA8-22E4-431D-BA8E-0B431BFE6530}"/>
                </a:ext>
              </a:extLst>
            </p:cNvPr>
            <p:cNvSpPr txBox="1"/>
            <p:nvPr/>
          </p:nvSpPr>
          <p:spPr>
            <a:xfrm>
              <a:off x="3395199" y="442967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</p:grpSp>
      <p:grpSp>
        <p:nvGrpSpPr>
          <p:cNvPr id="520" name="Gruppieren 519">
            <a:extLst>
              <a:ext uri="{FF2B5EF4-FFF2-40B4-BE49-F238E27FC236}">
                <a16:creationId xmlns:a16="http://schemas.microsoft.com/office/drawing/2014/main" id="{E82F9B0D-0517-425A-B7DE-C0F3C16F67E5}"/>
              </a:ext>
            </a:extLst>
          </p:cNvPr>
          <p:cNvGrpSpPr/>
          <p:nvPr/>
        </p:nvGrpSpPr>
        <p:grpSpPr>
          <a:xfrm>
            <a:off x="4847578" y="435890"/>
            <a:ext cx="905084" cy="1450430"/>
            <a:chOff x="4847578" y="435890"/>
            <a:chExt cx="905084" cy="1450430"/>
          </a:xfrm>
        </p:grpSpPr>
        <p:sp>
          <p:nvSpPr>
            <p:cNvPr id="170" name="Rechteck 169">
              <a:extLst>
                <a:ext uri="{FF2B5EF4-FFF2-40B4-BE49-F238E27FC236}">
                  <a16:creationId xmlns:a16="http://schemas.microsoft.com/office/drawing/2014/main" id="{EE4343A4-F76D-4751-A7E6-F5F7E8466E0B}"/>
                </a:ext>
              </a:extLst>
            </p:cNvPr>
            <p:cNvSpPr/>
            <p:nvPr/>
          </p:nvSpPr>
          <p:spPr>
            <a:xfrm>
              <a:off x="5248662" y="437901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EK2</a:t>
              </a:r>
            </a:p>
          </p:txBody>
        </p:sp>
        <p:cxnSp>
          <p:nvCxnSpPr>
            <p:cNvPr id="171" name="Gerader Verbinder 170">
              <a:extLst>
                <a:ext uri="{FF2B5EF4-FFF2-40B4-BE49-F238E27FC236}">
                  <a16:creationId xmlns:a16="http://schemas.microsoft.com/office/drawing/2014/main" id="{B4C76526-C237-4F4C-AED3-ED6CF63CE8DC}"/>
                </a:ext>
              </a:extLst>
            </p:cNvPr>
            <p:cNvCxnSpPr>
              <a:cxnSpLocks/>
              <a:endCxn id="170" idx="1"/>
            </p:cNvCxnSpPr>
            <p:nvPr/>
          </p:nvCxnSpPr>
          <p:spPr>
            <a:xfrm>
              <a:off x="5082014" y="556206"/>
              <a:ext cx="166648" cy="1807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Textfeld 171">
              <a:extLst>
                <a:ext uri="{FF2B5EF4-FFF2-40B4-BE49-F238E27FC236}">
                  <a16:creationId xmlns:a16="http://schemas.microsoft.com/office/drawing/2014/main" id="{685DA200-970C-493E-AECD-9BA4031684B9}"/>
                </a:ext>
              </a:extLst>
            </p:cNvPr>
            <p:cNvSpPr txBox="1"/>
            <p:nvPr/>
          </p:nvSpPr>
          <p:spPr>
            <a:xfrm>
              <a:off x="4847578" y="1624710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173" name="Rechteck 172">
              <a:extLst>
                <a:ext uri="{FF2B5EF4-FFF2-40B4-BE49-F238E27FC236}">
                  <a16:creationId xmlns:a16="http://schemas.microsoft.com/office/drawing/2014/main" id="{3D74E505-7590-45DD-9D35-012DBF8D691D}"/>
                </a:ext>
              </a:extLst>
            </p:cNvPr>
            <p:cNvSpPr/>
            <p:nvPr/>
          </p:nvSpPr>
          <p:spPr>
            <a:xfrm>
              <a:off x="5248662" y="678125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</a:t>
              </a:r>
            </a:p>
          </p:txBody>
        </p:sp>
        <p:cxnSp>
          <p:nvCxnSpPr>
            <p:cNvPr id="174" name="Gerader Verbinder 173">
              <a:extLst>
                <a:ext uri="{FF2B5EF4-FFF2-40B4-BE49-F238E27FC236}">
                  <a16:creationId xmlns:a16="http://schemas.microsoft.com/office/drawing/2014/main" id="{2B944AD9-8932-4DD1-80A8-0B6646E2AD20}"/>
                </a:ext>
              </a:extLst>
            </p:cNvPr>
            <p:cNvCxnSpPr>
              <a:cxnSpLocks/>
              <a:endCxn id="173" idx="1"/>
            </p:cNvCxnSpPr>
            <p:nvPr/>
          </p:nvCxnSpPr>
          <p:spPr>
            <a:xfrm>
              <a:off x="5082014" y="798237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Textfeld 174">
              <a:extLst>
                <a:ext uri="{FF2B5EF4-FFF2-40B4-BE49-F238E27FC236}">
                  <a16:creationId xmlns:a16="http://schemas.microsoft.com/office/drawing/2014/main" id="{D2D0F11C-913E-4DCD-BEAB-8C05160708D0}"/>
                </a:ext>
              </a:extLst>
            </p:cNvPr>
            <p:cNvSpPr txBox="1"/>
            <p:nvPr/>
          </p:nvSpPr>
          <p:spPr>
            <a:xfrm>
              <a:off x="4847578" y="1386295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176" name="Rechteck 175">
              <a:extLst>
                <a:ext uri="{FF2B5EF4-FFF2-40B4-BE49-F238E27FC236}">
                  <a16:creationId xmlns:a16="http://schemas.microsoft.com/office/drawing/2014/main" id="{B2684B81-921C-47B6-AF55-5252DB9ED446}"/>
                </a:ext>
              </a:extLst>
            </p:cNvPr>
            <p:cNvSpPr/>
            <p:nvPr/>
          </p:nvSpPr>
          <p:spPr>
            <a:xfrm>
              <a:off x="5248662" y="918348"/>
              <a:ext cx="504000" cy="2402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KW2</a:t>
              </a:r>
            </a:p>
          </p:txBody>
        </p:sp>
        <p:cxnSp>
          <p:nvCxnSpPr>
            <p:cNvPr id="177" name="Gerader Verbinder 176">
              <a:extLst>
                <a:ext uri="{FF2B5EF4-FFF2-40B4-BE49-F238E27FC236}">
                  <a16:creationId xmlns:a16="http://schemas.microsoft.com/office/drawing/2014/main" id="{A92D8EEA-E8E5-484F-A1B3-64C4CB54E332}"/>
                </a:ext>
              </a:extLst>
            </p:cNvPr>
            <p:cNvCxnSpPr>
              <a:cxnSpLocks/>
              <a:endCxn id="176" idx="1"/>
            </p:cNvCxnSpPr>
            <p:nvPr/>
          </p:nvCxnSpPr>
          <p:spPr>
            <a:xfrm>
              <a:off x="5082014" y="1038460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Textfeld 177">
              <a:extLst>
                <a:ext uri="{FF2B5EF4-FFF2-40B4-BE49-F238E27FC236}">
                  <a16:creationId xmlns:a16="http://schemas.microsoft.com/office/drawing/2014/main" id="{F77F859F-1096-45B0-914C-89DC0DFE7782}"/>
                </a:ext>
              </a:extLst>
            </p:cNvPr>
            <p:cNvSpPr txBox="1"/>
            <p:nvPr/>
          </p:nvSpPr>
          <p:spPr>
            <a:xfrm>
              <a:off x="4847578" y="1137186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179" name="Rechteck 178">
              <a:extLst>
                <a:ext uri="{FF2B5EF4-FFF2-40B4-BE49-F238E27FC236}">
                  <a16:creationId xmlns:a16="http://schemas.microsoft.com/office/drawing/2014/main" id="{E469842F-39A7-416B-8D73-66AFA449CF80}"/>
                </a:ext>
              </a:extLst>
            </p:cNvPr>
            <p:cNvSpPr/>
            <p:nvPr/>
          </p:nvSpPr>
          <p:spPr>
            <a:xfrm>
              <a:off x="5248662" y="1158572"/>
              <a:ext cx="504000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WW2</a:t>
              </a:r>
            </a:p>
          </p:txBody>
        </p:sp>
        <p:cxnSp>
          <p:nvCxnSpPr>
            <p:cNvPr id="180" name="Gerader Verbinder 179">
              <a:extLst>
                <a:ext uri="{FF2B5EF4-FFF2-40B4-BE49-F238E27FC236}">
                  <a16:creationId xmlns:a16="http://schemas.microsoft.com/office/drawing/2014/main" id="{29EA8448-CA84-4350-8374-5480524DD75A}"/>
                </a:ext>
              </a:extLst>
            </p:cNvPr>
            <p:cNvCxnSpPr>
              <a:cxnSpLocks/>
              <a:endCxn id="179" idx="1"/>
            </p:cNvCxnSpPr>
            <p:nvPr/>
          </p:nvCxnSpPr>
          <p:spPr>
            <a:xfrm>
              <a:off x="5082014" y="1278684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Textfeld 180">
              <a:extLst>
                <a:ext uri="{FF2B5EF4-FFF2-40B4-BE49-F238E27FC236}">
                  <a16:creationId xmlns:a16="http://schemas.microsoft.com/office/drawing/2014/main" id="{F558540D-34BF-4B4A-ADD1-E9B9C4D67316}"/>
                </a:ext>
              </a:extLst>
            </p:cNvPr>
            <p:cNvSpPr txBox="1"/>
            <p:nvPr/>
          </p:nvSpPr>
          <p:spPr>
            <a:xfrm>
              <a:off x="4847578" y="902648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182" name="Rechteck 181">
              <a:extLst>
                <a:ext uri="{FF2B5EF4-FFF2-40B4-BE49-F238E27FC236}">
                  <a16:creationId xmlns:a16="http://schemas.microsoft.com/office/drawing/2014/main" id="{9118E8F4-49A8-4040-83EA-FF9E2000C303}"/>
                </a:ext>
              </a:extLst>
            </p:cNvPr>
            <p:cNvSpPr/>
            <p:nvPr/>
          </p:nvSpPr>
          <p:spPr>
            <a:xfrm>
              <a:off x="5248662" y="1398795"/>
              <a:ext cx="504000" cy="2402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KW1</a:t>
              </a:r>
            </a:p>
          </p:txBody>
        </p:sp>
        <p:cxnSp>
          <p:nvCxnSpPr>
            <p:cNvPr id="183" name="Gerader Verbinder 182">
              <a:extLst>
                <a:ext uri="{FF2B5EF4-FFF2-40B4-BE49-F238E27FC236}">
                  <a16:creationId xmlns:a16="http://schemas.microsoft.com/office/drawing/2014/main" id="{8E46486B-2E27-48BA-B63B-4CCB41F659B8}"/>
                </a:ext>
              </a:extLst>
            </p:cNvPr>
            <p:cNvCxnSpPr>
              <a:cxnSpLocks/>
              <a:endCxn id="182" idx="1"/>
            </p:cNvCxnSpPr>
            <p:nvPr/>
          </p:nvCxnSpPr>
          <p:spPr>
            <a:xfrm>
              <a:off x="5082014" y="1518907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Textfeld 183">
              <a:extLst>
                <a:ext uri="{FF2B5EF4-FFF2-40B4-BE49-F238E27FC236}">
                  <a16:creationId xmlns:a16="http://schemas.microsoft.com/office/drawing/2014/main" id="{F4EF8C24-5228-4938-B36C-34F7B0CBC69C}"/>
                </a:ext>
              </a:extLst>
            </p:cNvPr>
            <p:cNvSpPr txBox="1"/>
            <p:nvPr/>
          </p:nvSpPr>
          <p:spPr>
            <a:xfrm>
              <a:off x="4847578" y="669269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185" name="Rechteck 184">
              <a:extLst>
                <a:ext uri="{FF2B5EF4-FFF2-40B4-BE49-F238E27FC236}">
                  <a16:creationId xmlns:a16="http://schemas.microsoft.com/office/drawing/2014/main" id="{B5683B7C-59C2-4F1B-88A4-F399ABF475D6}"/>
                </a:ext>
              </a:extLst>
            </p:cNvPr>
            <p:cNvSpPr/>
            <p:nvPr/>
          </p:nvSpPr>
          <p:spPr>
            <a:xfrm>
              <a:off x="5248662" y="1639019"/>
              <a:ext cx="504000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WW1</a:t>
              </a:r>
            </a:p>
          </p:txBody>
        </p:sp>
        <p:cxnSp>
          <p:nvCxnSpPr>
            <p:cNvPr id="186" name="Gerader Verbinder 185">
              <a:extLst>
                <a:ext uri="{FF2B5EF4-FFF2-40B4-BE49-F238E27FC236}">
                  <a16:creationId xmlns:a16="http://schemas.microsoft.com/office/drawing/2014/main" id="{46878C18-AF45-4C74-8E27-A3B9EF6C855A}"/>
                </a:ext>
              </a:extLst>
            </p:cNvPr>
            <p:cNvCxnSpPr>
              <a:cxnSpLocks/>
              <a:endCxn id="185" idx="1"/>
            </p:cNvCxnSpPr>
            <p:nvPr/>
          </p:nvCxnSpPr>
          <p:spPr>
            <a:xfrm>
              <a:off x="5082014" y="1759131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feld 186">
              <a:extLst>
                <a:ext uri="{FF2B5EF4-FFF2-40B4-BE49-F238E27FC236}">
                  <a16:creationId xmlns:a16="http://schemas.microsoft.com/office/drawing/2014/main" id="{C39BEEA4-F92D-41A2-9290-027BD9F56425}"/>
                </a:ext>
              </a:extLst>
            </p:cNvPr>
            <p:cNvSpPr txBox="1"/>
            <p:nvPr/>
          </p:nvSpPr>
          <p:spPr>
            <a:xfrm>
              <a:off x="4847578" y="435890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</p:grpSp>
      <p:grpSp>
        <p:nvGrpSpPr>
          <p:cNvPr id="521" name="Gruppieren 520">
            <a:extLst>
              <a:ext uri="{FF2B5EF4-FFF2-40B4-BE49-F238E27FC236}">
                <a16:creationId xmlns:a16="http://schemas.microsoft.com/office/drawing/2014/main" id="{18A7657E-BBE7-4B09-A5EF-852D45698931}"/>
              </a:ext>
            </a:extLst>
          </p:cNvPr>
          <p:cNvGrpSpPr/>
          <p:nvPr/>
        </p:nvGrpSpPr>
        <p:grpSpPr>
          <a:xfrm>
            <a:off x="6305330" y="440649"/>
            <a:ext cx="905084" cy="1450430"/>
            <a:chOff x="6305330" y="440649"/>
            <a:chExt cx="905084" cy="1450430"/>
          </a:xfrm>
        </p:grpSpPr>
        <p:sp>
          <p:nvSpPr>
            <p:cNvPr id="188" name="Rechteck 187">
              <a:extLst>
                <a:ext uri="{FF2B5EF4-FFF2-40B4-BE49-F238E27FC236}">
                  <a16:creationId xmlns:a16="http://schemas.microsoft.com/office/drawing/2014/main" id="{D968E2CB-F95B-46E3-96CD-F348C30C8A5A}"/>
                </a:ext>
              </a:extLst>
            </p:cNvPr>
            <p:cNvSpPr/>
            <p:nvPr/>
          </p:nvSpPr>
          <p:spPr>
            <a:xfrm>
              <a:off x="6706414" y="442660"/>
              <a:ext cx="504000" cy="2402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B2</a:t>
              </a:r>
            </a:p>
          </p:txBody>
        </p:sp>
        <p:cxnSp>
          <p:nvCxnSpPr>
            <p:cNvPr id="189" name="Gerader Verbinder 188">
              <a:extLst>
                <a:ext uri="{FF2B5EF4-FFF2-40B4-BE49-F238E27FC236}">
                  <a16:creationId xmlns:a16="http://schemas.microsoft.com/office/drawing/2014/main" id="{7CFA3A89-25D1-4729-A443-86393A3097C2}"/>
                </a:ext>
              </a:extLst>
            </p:cNvPr>
            <p:cNvCxnSpPr>
              <a:cxnSpLocks/>
              <a:endCxn id="188" idx="1"/>
            </p:cNvCxnSpPr>
            <p:nvPr/>
          </p:nvCxnSpPr>
          <p:spPr>
            <a:xfrm>
              <a:off x="6539766" y="560965"/>
              <a:ext cx="166648" cy="1807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Textfeld 189">
              <a:extLst>
                <a:ext uri="{FF2B5EF4-FFF2-40B4-BE49-F238E27FC236}">
                  <a16:creationId xmlns:a16="http://schemas.microsoft.com/office/drawing/2014/main" id="{0A961F56-4D48-440C-AFA2-C39995BF4882}"/>
                </a:ext>
              </a:extLst>
            </p:cNvPr>
            <p:cNvSpPr txBox="1"/>
            <p:nvPr/>
          </p:nvSpPr>
          <p:spPr>
            <a:xfrm>
              <a:off x="6305330" y="1629469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191" name="Rechteck 190">
              <a:extLst>
                <a:ext uri="{FF2B5EF4-FFF2-40B4-BE49-F238E27FC236}">
                  <a16:creationId xmlns:a16="http://schemas.microsoft.com/office/drawing/2014/main" id="{BDC9AEE5-4061-45D9-92F8-C60E66816A4D}"/>
                </a:ext>
              </a:extLst>
            </p:cNvPr>
            <p:cNvSpPr/>
            <p:nvPr/>
          </p:nvSpPr>
          <p:spPr>
            <a:xfrm>
              <a:off x="6706414" y="682884"/>
              <a:ext cx="504000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G2</a:t>
              </a:r>
            </a:p>
          </p:txBody>
        </p:sp>
        <p:cxnSp>
          <p:nvCxnSpPr>
            <p:cNvPr id="192" name="Gerader Verbinder 191">
              <a:extLst>
                <a:ext uri="{FF2B5EF4-FFF2-40B4-BE49-F238E27FC236}">
                  <a16:creationId xmlns:a16="http://schemas.microsoft.com/office/drawing/2014/main" id="{831E41B9-57FD-4489-BB50-5334F87C0D4F}"/>
                </a:ext>
              </a:extLst>
            </p:cNvPr>
            <p:cNvCxnSpPr>
              <a:cxnSpLocks/>
              <a:endCxn id="191" idx="1"/>
            </p:cNvCxnSpPr>
            <p:nvPr/>
          </p:nvCxnSpPr>
          <p:spPr>
            <a:xfrm>
              <a:off x="6539766" y="802996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Textfeld 192">
              <a:extLst>
                <a:ext uri="{FF2B5EF4-FFF2-40B4-BE49-F238E27FC236}">
                  <a16:creationId xmlns:a16="http://schemas.microsoft.com/office/drawing/2014/main" id="{7E9FE6B7-1AC8-4112-B9E6-A2E621A79B6C}"/>
                </a:ext>
              </a:extLst>
            </p:cNvPr>
            <p:cNvSpPr txBox="1"/>
            <p:nvPr/>
          </p:nvSpPr>
          <p:spPr>
            <a:xfrm>
              <a:off x="6305330" y="1391054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194" name="Rechteck 193">
              <a:extLst>
                <a:ext uri="{FF2B5EF4-FFF2-40B4-BE49-F238E27FC236}">
                  <a16:creationId xmlns:a16="http://schemas.microsoft.com/office/drawing/2014/main" id="{86B6B92E-507B-46E9-BCF3-4555B9C49105}"/>
                </a:ext>
              </a:extLst>
            </p:cNvPr>
            <p:cNvSpPr/>
            <p:nvPr/>
          </p:nvSpPr>
          <p:spPr>
            <a:xfrm>
              <a:off x="6706414" y="923107"/>
              <a:ext cx="504000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R2</a:t>
              </a:r>
            </a:p>
          </p:txBody>
        </p:sp>
        <p:cxnSp>
          <p:nvCxnSpPr>
            <p:cNvPr id="195" name="Gerader Verbinder 194">
              <a:extLst>
                <a:ext uri="{FF2B5EF4-FFF2-40B4-BE49-F238E27FC236}">
                  <a16:creationId xmlns:a16="http://schemas.microsoft.com/office/drawing/2014/main" id="{B8AE2093-4201-4F29-BB13-2F07625CD01C}"/>
                </a:ext>
              </a:extLst>
            </p:cNvPr>
            <p:cNvCxnSpPr>
              <a:cxnSpLocks/>
              <a:endCxn id="194" idx="1"/>
            </p:cNvCxnSpPr>
            <p:nvPr/>
          </p:nvCxnSpPr>
          <p:spPr>
            <a:xfrm>
              <a:off x="6539766" y="1043219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Textfeld 195">
              <a:extLst>
                <a:ext uri="{FF2B5EF4-FFF2-40B4-BE49-F238E27FC236}">
                  <a16:creationId xmlns:a16="http://schemas.microsoft.com/office/drawing/2014/main" id="{EA2E0ADD-B05A-4D51-9192-3CBD8783E0F0}"/>
                </a:ext>
              </a:extLst>
            </p:cNvPr>
            <p:cNvSpPr txBox="1"/>
            <p:nvPr/>
          </p:nvSpPr>
          <p:spPr>
            <a:xfrm>
              <a:off x="6305330" y="1141945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197" name="Rechteck 196">
              <a:extLst>
                <a:ext uri="{FF2B5EF4-FFF2-40B4-BE49-F238E27FC236}">
                  <a16:creationId xmlns:a16="http://schemas.microsoft.com/office/drawing/2014/main" id="{F7B91A45-02F9-4F59-884F-D677C5FF3AD6}"/>
                </a:ext>
              </a:extLst>
            </p:cNvPr>
            <p:cNvSpPr/>
            <p:nvPr/>
          </p:nvSpPr>
          <p:spPr>
            <a:xfrm>
              <a:off x="6706414" y="1163331"/>
              <a:ext cx="504000" cy="2402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B1</a:t>
              </a:r>
            </a:p>
          </p:txBody>
        </p:sp>
        <p:cxnSp>
          <p:nvCxnSpPr>
            <p:cNvPr id="198" name="Gerader Verbinder 197">
              <a:extLst>
                <a:ext uri="{FF2B5EF4-FFF2-40B4-BE49-F238E27FC236}">
                  <a16:creationId xmlns:a16="http://schemas.microsoft.com/office/drawing/2014/main" id="{68FE0D05-26C6-4C0F-A2C1-491D10C3EDB2}"/>
                </a:ext>
              </a:extLst>
            </p:cNvPr>
            <p:cNvCxnSpPr>
              <a:cxnSpLocks/>
              <a:endCxn id="197" idx="1"/>
            </p:cNvCxnSpPr>
            <p:nvPr/>
          </p:nvCxnSpPr>
          <p:spPr>
            <a:xfrm>
              <a:off x="6539766" y="1283443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Textfeld 198">
              <a:extLst>
                <a:ext uri="{FF2B5EF4-FFF2-40B4-BE49-F238E27FC236}">
                  <a16:creationId xmlns:a16="http://schemas.microsoft.com/office/drawing/2014/main" id="{4401AAA2-3AFE-4A2A-82A3-D656E6E6C693}"/>
                </a:ext>
              </a:extLst>
            </p:cNvPr>
            <p:cNvSpPr txBox="1"/>
            <p:nvPr/>
          </p:nvSpPr>
          <p:spPr>
            <a:xfrm>
              <a:off x="6305330" y="907407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200" name="Rechteck 199">
              <a:extLst>
                <a:ext uri="{FF2B5EF4-FFF2-40B4-BE49-F238E27FC236}">
                  <a16:creationId xmlns:a16="http://schemas.microsoft.com/office/drawing/2014/main" id="{85644844-DD3E-432A-BA43-C54C60CD5E11}"/>
                </a:ext>
              </a:extLst>
            </p:cNvPr>
            <p:cNvSpPr/>
            <p:nvPr/>
          </p:nvSpPr>
          <p:spPr>
            <a:xfrm>
              <a:off x="6706414" y="1403554"/>
              <a:ext cx="504000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G1</a:t>
              </a:r>
            </a:p>
          </p:txBody>
        </p:sp>
        <p:cxnSp>
          <p:nvCxnSpPr>
            <p:cNvPr id="201" name="Gerader Verbinder 200">
              <a:extLst>
                <a:ext uri="{FF2B5EF4-FFF2-40B4-BE49-F238E27FC236}">
                  <a16:creationId xmlns:a16="http://schemas.microsoft.com/office/drawing/2014/main" id="{6EE05ABD-201B-487D-80F3-506AFAE1F2BB}"/>
                </a:ext>
              </a:extLst>
            </p:cNvPr>
            <p:cNvCxnSpPr>
              <a:cxnSpLocks/>
              <a:endCxn id="200" idx="1"/>
            </p:cNvCxnSpPr>
            <p:nvPr/>
          </p:nvCxnSpPr>
          <p:spPr>
            <a:xfrm>
              <a:off x="6539766" y="1523666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Textfeld 201">
              <a:extLst>
                <a:ext uri="{FF2B5EF4-FFF2-40B4-BE49-F238E27FC236}">
                  <a16:creationId xmlns:a16="http://schemas.microsoft.com/office/drawing/2014/main" id="{3D0BB86E-0313-4588-A8B0-2E432F3DAE8C}"/>
                </a:ext>
              </a:extLst>
            </p:cNvPr>
            <p:cNvSpPr txBox="1"/>
            <p:nvPr/>
          </p:nvSpPr>
          <p:spPr>
            <a:xfrm>
              <a:off x="6305330" y="674028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203" name="Rechteck 202">
              <a:extLst>
                <a:ext uri="{FF2B5EF4-FFF2-40B4-BE49-F238E27FC236}">
                  <a16:creationId xmlns:a16="http://schemas.microsoft.com/office/drawing/2014/main" id="{246D8ADE-1099-4FBA-9E96-09AF867C06E7}"/>
                </a:ext>
              </a:extLst>
            </p:cNvPr>
            <p:cNvSpPr/>
            <p:nvPr/>
          </p:nvSpPr>
          <p:spPr>
            <a:xfrm>
              <a:off x="6706414" y="1643778"/>
              <a:ext cx="504000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R1</a:t>
              </a:r>
            </a:p>
          </p:txBody>
        </p:sp>
        <p:cxnSp>
          <p:nvCxnSpPr>
            <p:cNvPr id="204" name="Gerader Verbinder 203">
              <a:extLst>
                <a:ext uri="{FF2B5EF4-FFF2-40B4-BE49-F238E27FC236}">
                  <a16:creationId xmlns:a16="http://schemas.microsoft.com/office/drawing/2014/main" id="{1C60396A-48C3-4474-B7DE-C1EA89490BD0}"/>
                </a:ext>
              </a:extLst>
            </p:cNvPr>
            <p:cNvCxnSpPr>
              <a:cxnSpLocks/>
              <a:endCxn id="203" idx="1"/>
            </p:cNvCxnSpPr>
            <p:nvPr/>
          </p:nvCxnSpPr>
          <p:spPr>
            <a:xfrm>
              <a:off x="6539766" y="1763890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Textfeld 204">
              <a:extLst>
                <a:ext uri="{FF2B5EF4-FFF2-40B4-BE49-F238E27FC236}">
                  <a16:creationId xmlns:a16="http://schemas.microsoft.com/office/drawing/2014/main" id="{72E4EAAF-66EE-4FF7-A294-1EE947861C7B}"/>
                </a:ext>
              </a:extLst>
            </p:cNvPr>
            <p:cNvSpPr txBox="1"/>
            <p:nvPr/>
          </p:nvSpPr>
          <p:spPr>
            <a:xfrm>
              <a:off x="6305330" y="440649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</p:grpSp>
      <p:grpSp>
        <p:nvGrpSpPr>
          <p:cNvPr id="522" name="Gruppieren 521">
            <a:extLst>
              <a:ext uri="{FF2B5EF4-FFF2-40B4-BE49-F238E27FC236}">
                <a16:creationId xmlns:a16="http://schemas.microsoft.com/office/drawing/2014/main" id="{541285BA-98E5-43AA-952C-4A30E0FAF2BA}"/>
              </a:ext>
            </a:extLst>
          </p:cNvPr>
          <p:cNvGrpSpPr/>
          <p:nvPr/>
        </p:nvGrpSpPr>
        <p:grpSpPr>
          <a:xfrm>
            <a:off x="7732875" y="442660"/>
            <a:ext cx="905084" cy="1450430"/>
            <a:chOff x="7732875" y="442660"/>
            <a:chExt cx="905084" cy="1450430"/>
          </a:xfrm>
        </p:grpSpPr>
        <p:sp>
          <p:nvSpPr>
            <p:cNvPr id="206" name="Rechteck 205">
              <a:extLst>
                <a:ext uri="{FF2B5EF4-FFF2-40B4-BE49-F238E27FC236}">
                  <a16:creationId xmlns:a16="http://schemas.microsoft.com/office/drawing/2014/main" id="{B99DCB55-3832-4F17-B5A9-93F7B076A889}"/>
                </a:ext>
              </a:extLst>
            </p:cNvPr>
            <p:cNvSpPr/>
            <p:nvPr/>
          </p:nvSpPr>
          <p:spPr>
            <a:xfrm>
              <a:off x="8133959" y="444671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</a:t>
              </a:r>
            </a:p>
          </p:txBody>
        </p:sp>
        <p:cxnSp>
          <p:nvCxnSpPr>
            <p:cNvPr id="207" name="Gerader Verbinder 206">
              <a:extLst>
                <a:ext uri="{FF2B5EF4-FFF2-40B4-BE49-F238E27FC236}">
                  <a16:creationId xmlns:a16="http://schemas.microsoft.com/office/drawing/2014/main" id="{1A84A24F-F04B-4245-BE7A-4234B5BDDB0D}"/>
                </a:ext>
              </a:extLst>
            </p:cNvPr>
            <p:cNvCxnSpPr>
              <a:cxnSpLocks/>
              <a:endCxn id="206" idx="1"/>
            </p:cNvCxnSpPr>
            <p:nvPr/>
          </p:nvCxnSpPr>
          <p:spPr>
            <a:xfrm>
              <a:off x="7967311" y="562976"/>
              <a:ext cx="166648" cy="1807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Textfeld 207">
              <a:extLst>
                <a:ext uri="{FF2B5EF4-FFF2-40B4-BE49-F238E27FC236}">
                  <a16:creationId xmlns:a16="http://schemas.microsoft.com/office/drawing/2014/main" id="{EA842D67-F98E-4263-AC4F-0F8D5BDD539F}"/>
                </a:ext>
              </a:extLst>
            </p:cNvPr>
            <p:cNvSpPr txBox="1"/>
            <p:nvPr/>
          </p:nvSpPr>
          <p:spPr>
            <a:xfrm>
              <a:off x="7732875" y="1631480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209" name="Rechteck 208">
              <a:extLst>
                <a:ext uri="{FF2B5EF4-FFF2-40B4-BE49-F238E27FC236}">
                  <a16:creationId xmlns:a16="http://schemas.microsoft.com/office/drawing/2014/main" id="{1C2AE68B-7AD1-4850-85DA-19638DAD49C4}"/>
                </a:ext>
              </a:extLst>
            </p:cNvPr>
            <p:cNvSpPr/>
            <p:nvPr/>
          </p:nvSpPr>
          <p:spPr>
            <a:xfrm>
              <a:off x="8133959" y="684895"/>
              <a:ext cx="504000" cy="2402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KW1</a:t>
              </a:r>
            </a:p>
          </p:txBody>
        </p:sp>
        <p:cxnSp>
          <p:nvCxnSpPr>
            <p:cNvPr id="210" name="Gerader Verbinder 209">
              <a:extLst>
                <a:ext uri="{FF2B5EF4-FFF2-40B4-BE49-F238E27FC236}">
                  <a16:creationId xmlns:a16="http://schemas.microsoft.com/office/drawing/2014/main" id="{39189B29-994E-41E1-9306-30FBC0ED2E7A}"/>
                </a:ext>
              </a:extLst>
            </p:cNvPr>
            <p:cNvCxnSpPr>
              <a:cxnSpLocks/>
              <a:endCxn id="209" idx="1"/>
            </p:cNvCxnSpPr>
            <p:nvPr/>
          </p:nvCxnSpPr>
          <p:spPr>
            <a:xfrm>
              <a:off x="7967311" y="805007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Textfeld 210">
              <a:extLst>
                <a:ext uri="{FF2B5EF4-FFF2-40B4-BE49-F238E27FC236}">
                  <a16:creationId xmlns:a16="http://schemas.microsoft.com/office/drawing/2014/main" id="{D66FFD3D-5BAE-48C6-A5DA-F4671CAEDC62}"/>
                </a:ext>
              </a:extLst>
            </p:cNvPr>
            <p:cNvSpPr txBox="1"/>
            <p:nvPr/>
          </p:nvSpPr>
          <p:spPr>
            <a:xfrm>
              <a:off x="7732875" y="1393065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212" name="Rechteck 211">
              <a:extLst>
                <a:ext uri="{FF2B5EF4-FFF2-40B4-BE49-F238E27FC236}">
                  <a16:creationId xmlns:a16="http://schemas.microsoft.com/office/drawing/2014/main" id="{DEB0668F-48D9-44AF-9929-2CC15DBF15EC}"/>
                </a:ext>
              </a:extLst>
            </p:cNvPr>
            <p:cNvSpPr/>
            <p:nvPr/>
          </p:nvSpPr>
          <p:spPr>
            <a:xfrm>
              <a:off x="8133959" y="925118"/>
              <a:ext cx="504000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WW1</a:t>
              </a:r>
            </a:p>
          </p:txBody>
        </p:sp>
        <p:cxnSp>
          <p:nvCxnSpPr>
            <p:cNvPr id="213" name="Gerader Verbinder 212">
              <a:extLst>
                <a:ext uri="{FF2B5EF4-FFF2-40B4-BE49-F238E27FC236}">
                  <a16:creationId xmlns:a16="http://schemas.microsoft.com/office/drawing/2014/main" id="{E07A25A7-85D0-4E4A-B683-8BA157110770}"/>
                </a:ext>
              </a:extLst>
            </p:cNvPr>
            <p:cNvCxnSpPr>
              <a:cxnSpLocks/>
              <a:endCxn id="212" idx="1"/>
            </p:cNvCxnSpPr>
            <p:nvPr/>
          </p:nvCxnSpPr>
          <p:spPr>
            <a:xfrm>
              <a:off x="7967311" y="1045230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Textfeld 213">
              <a:extLst>
                <a:ext uri="{FF2B5EF4-FFF2-40B4-BE49-F238E27FC236}">
                  <a16:creationId xmlns:a16="http://schemas.microsoft.com/office/drawing/2014/main" id="{20FE3B10-E045-43D1-AD9F-23E3537158C9}"/>
                </a:ext>
              </a:extLst>
            </p:cNvPr>
            <p:cNvSpPr txBox="1"/>
            <p:nvPr/>
          </p:nvSpPr>
          <p:spPr>
            <a:xfrm>
              <a:off x="7732875" y="1143956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215" name="Rechteck 214">
              <a:extLst>
                <a:ext uri="{FF2B5EF4-FFF2-40B4-BE49-F238E27FC236}">
                  <a16:creationId xmlns:a16="http://schemas.microsoft.com/office/drawing/2014/main" id="{C693F31B-D89B-4476-8392-4AF412DC39D4}"/>
                </a:ext>
              </a:extLst>
            </p:cNvPr>
            <p:cNvSpPr/>
            <p:nvPr/>
          </p:nvSpPr>
          <p:spPr>
            <a:xfrm>
              <a:off x="8133959" y="1165342"/>
              <a:ext cx="504000" cy="2402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B1</a:t>
              </a:r>
            </a:p>
          </p:txBody>
        </p:sp>
        <p:cxnSp>
          <p:nvCxnSpPr>
            <p:cNvPr id="216" name="Gerader Verbinder 215">
              <a:extLst>
                <a:ext uri="{FF2B5EF4-FFF2-40B4-BE49-F238E27FC236}">
                  <a16:creationId xmlns:a16="http://schemas.microsoft.com/office/drawing/2014/main" id="{2581E7D2-BAC1-4D1D-A9E7-EDCACF8F277F}"/>
                </a:ext>
              </a:extLst>
            </p:cNvPr>
            <p:cNvCxnSpPr>
              <a:cxnSpLocks/>
              <a:endCxn id="215" idx="1"/>
            </p:cNvCxnSpPr>
            <p:nvPr/>
          </p:nvCxnSpPr>
          <p:spPr>
            <a:xfrm>
              <a:off x="7967311" y="1285454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Textfeld 216">
              <a:extLst>
                <a:ext uri="{FF2B5EF4-FFF2-40B4-BE49-F238E27FC236}">
                  <a16:creationId xmlns:a16="http://schemas.microsoft.com/office/drawing/2014/main" id="{6B516ED0-9BB2-42A1-A840-25B7523EB1E2}"/>
                </a:ext>
              </a:extLst>
            </p:cNvPr>
            <p:cNvSpPr txBox="1"/>
            <p:nvPr/>
          </p:nvSpPr>
          <p:spPr>
            <a:xfrm>
              <a:off x="7732875" y="909418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218" name="Rechteck 217">
              <a:extLst>
                <a:ext uri="{FF2B5EF4-FFF2-40B4-BE49-F238E27FC236}">
                  <a16:creationId xmlns:a16="http://schemas.microsoft.com/office/drawing/2014/main" id="{07C92F8A-92C4-45EB-A455-ADEB9EE18ECC}"/>
                </a:ext>
              </a:extLst>
            </p:cNvPr>
            <p:cNvSpPr/>
            <p:nvPr/>
          </p:nvSpPr>
          <p:spPr>
            <a:xfrm>
              <a:off x="8133959" y="1405565"/>
              <a:ext cx="504000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G1</a:t>
              </a:r>
            </a:p>
          </p:txBody>
        </p:sp>
        <p:cxnSp>
          <p:nvCxnSpPr>
            <p:cNvPr id="219" name="Gerader Verbinder 218">
              <a:extLst>
                <a:ext uri="{FF2B5EF4-FFF2-40B4-BE49-F238E27FC236}">
                  <a16:creationId xmlns:a16="http://schemas.microsoft.com/office/drawing/2014/main" id="{68183C55-4F66-4EBB-A61A-534DF204FDC0}"/>
                </a:ext>
              </a:extLst>
            </p:cNvPr>
            <p:cNvCxnSpPr>
              <a:cxnSpLocks/>
              <a:endCxn id="218" idx="1"/>
            </p:cNvCxnSpPr>
            <p:nvPr/>
          </p:nvCxnSpPr>
          <p:spPr>
            <a:xfrm>
              <a:off x="7967311" y="1525677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Textfeld 219">
              <a:extLst>
                <a:ext uri="{FF2B5EF4-FFF2-40B4-BE49-F238E27FC236}">
                  <a16:creationId xmlns:a16="http://schemas.microsoft.com/office/drawing/2014/main" id="{137B65D7-349D-4D34-84F6-F07F806D3E2E}"/>
                </a:ext>
              </a:extLst>
            </p:cNvPr>
            <p:cNvSpPr txBox="1"/>
            <p:nvPr/>
          </p:nvSpPr>
          <p:spPr>
            <a:xfrm>
              <a:off x="7732875" y="676039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221" name="Rechteck 220">
              <a:extLst>
                <a:ext uri="{FF2B5EF4-FFF2-40B4-BE49-F238E27FC236}">
                  <a16:creationId xmlns:a16="http://schemas.microsoft.com/office/drawing/2014/main" id="{9358552A-4B07-4CAE-AD3D-9E91D7C0A0B4}"/>
                </a:ext>
              </a:extLst>
            </p:cNvPr>
            <p:cNvSpPr/>
            <p:nvPr/>
          </p:nvSpPr>
          <p:spPr>
            <a:xfrm>
              <a:off x="8133959" y="1645789"/>
              <a:ext cx="504000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R1</a:t>
              </a:r>
            </a:p>
          </p:txBody>
        </p:sp>
        <p:cxnSp>
          <p:nvCxnSpPr>
            <p:cNvPr id="222" name="Gerader Verbinder 221">
              <a:extLst>
                <a:ext uri="{FF2B5EF4-FFF2-40B4-BE49-F238E27FC236}">
                  <a16:creationId xmlns:a16="http://schemas.microsoft.com/office/drawing/2014/main" id="{A0891C42-95EC-4B9D-BA7A-4710EBA4D82A}"/>
                </a:ext>
              </a:extLst>
            </p:cNvPr>
            <p:cNvCxnSpPr>
              <a:cxnSpLocks/>
              <a:endCxn id="221" idx="1"/>
            </p:cNvCxnSpPr>
            <p:nvPr/>
          </p:nvCxnSpPr>
          <p:spPr>
            <a:xfrm>
              <a:off x="7967311" y="1765901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Textfeld 222">
              <a:extLst>
                <a:ext uri="{FF2B5EF4-FFF2-40B4-BE49-F238E27FC236}">
                  <a16:creationId xmlns:a16="http://schemas.microsoft.com/office/drawing/2014/main" id="{D7631F67-F4D6-4CA2-87AD-8B178A22D473}"/>
                </a:ext>
              </a:extLst>
            </p:cNvPr>
            <p:cNvSpPr txBox="1"/>
            <p:nvPr/>
          </p:nvSpPr>
          <p:spPr>
            <a:xfrm>
              <a:off x="7732875" y="442660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</p:grpSp>
      <p:grpSp>
        <p:nvGrpSpPr>
          <p:cNvPr id="523" name="Gruppieren 522">
            <a:extLst>
              <a:ext uri="{FF2B5EF4-FFF2-40B4-BE49-F238E27FC236}">
                <a16:creationId xmlns:a16="http://schemas.microsoft.com/office/drawing/2014/main" id="{101BB3F7-B488-45A1-A2A1-FCB4467690E4}"/>
              </a:ext>
            </a:extLst>
          </p:cNvPr>
          <p:cNvGrpSpPr/>
          <p:nvPr/>
        </p:nvGrpSpPr>
        <p:grpSpPr>
          <a:xfrm>
            <a:off x="9169594" y="435890"/>
            <a:ext cx="905084" cy="1450430"/>
            <a:chOff x="9169594" y="435890"/>
            <a:chExt cx="905084" cy="1450430"/>
          </a:xfrm>
        </p:grpSpPr>
        <p:sp>
          <p:nvSpPr>
            <p:cNvPr id="224" name="Rechteck 223">
              <a:extLst>
                <a:ext uri="{FF2B5EF4-FFF2-40B4-BE49-F238E27FC236}">
                  <a16:creationId xmlns:a16="http://schemas.microsoft.com/office/drawing/2014/main" id="{BDCB2048-E1C0-4BB9-B77C-FF4C47FF7D3F}"/>
                </a:ext>
              </a:extLst>
            </p:cNvPr>
            <p:cNvSpPr/>
            <p:nvPr/>
          </p:nvSpPr>
          <p:spPr>
            <a:xfrm>
              <a:off x="9570678" y="437901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EK3</a:t>
              </a:r>
            </a:p>
          </p:txBody>
        </p:sp>
        <p:cxnSp>
          <p:nvCxnSpPr>
            <p:cNvPr id="225" name="Gerader Verbinder 224">
              <a:extLst>
                <a:ext uri="{FF2B5EF4-FFF2-40B4-BE49-F238E27FC236}">
                  <a16:creationId xmlns:a16="http://schemas.microsoft.com/office/drawing/2014/main" id="{0FF4CB5A-54B0-4F04-AA35-2AC1730A3D87}"/>
                </a:ext>
              </a:extLst>
            </p:cNvPr>
            <p:cNvCxnSpPr>
              <a:cxnSpLocks/>
              <a:endCxn id="224" idx="1"/>
            </p:cNvCxnSpPr>
            <p:nvPr/>
          </p:nvCxnSpPr>
          <p:spPr>
            <a:xfrm>
              <a:off x="9404030" y="556206"/>
              <a:ext cx="166648" cy="1807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Textfeld 225">
              <a:extLst>
                <a:ext uri="{FF2B5EF4-FFF2-40B4-BE49-F238E27FC236}">
                  <a16:creationId xmlns:a16="http://schemas.microsoft.com/office/drawing/2014/main" id="{064D42E1-6B75-4450-9CDC-C15083384C08}"/>
                </a:ext>
              </a:extLst>
            </p:cNvPr>
            <p:cNvSpPr txBox="1"/>
            <p:nvPr/>
          </p:nvSpPr>
          <p:spPr>
            <a:xfrm>
              <a:off x="9169594" y="1624710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227" name="Rechteck 226">
              <a:extLst>
                <a:ext uri="{FF2B5EF4-FFF2-40B4-BE49-F238E27FC236}">
                  <a16:creationId xmlns:a16="http://schemas.microsoft.com/office/drawing/2014/main" id="{DF4E732B-2556-4B55-9AAA-0E1E2185694E}"/>
                </a:ext>
              </a:extLst>
            </p:cNvPr>
            <p:cNvSpPr/>
            <p:nvPr/>
          </p:nvSpPr>
          <p:spPr>
            <a:xfrm>
              <a:off x="9570678" y="678125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EK2</a:t>
              </a:r>
            </a:p>
          </p:txBody>
        </p:sp>
        <p:cxnSp>
          <p:nvCxnSpPr>
            <p:cNvPr id="228" name="Gerader Verbinder 227">
              <a:extLst>
                <a:ext uri="{FF2B5EF4-FFF2-40B4-BE49-F238E27FC236}">
                  <a16:creationId xmlns:a16="http://schemas.microsoft.com/office/drawing/2014/main" id="{D75DB9A7-B3E9-46BB-8847-3C3E258ED39C}"/>
                </a:ext>
              </a:extLst>
            </p:cNvPr>
            <p:cNvCxnSpPr>
              <a:cxnSpLocks/>
              <a:endCxn id="227" idx="1"/>
            </p:cNvCxnSpPr>
            <p:nvPr/>
          </p:nvCxnSpPr>
          <p:spPr>
            <a:xfrm>
              <a:off x="9404030" y="798237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" name="Textfeld 228">
              <a:extLst>
                <a:ext uri="{FF2B5EF4-FFF2-40B4-BE49-F238E27FC236}">
                  <a16:creationId xmlns:a16="http://schemas.microsoft.com/office/drawing/2014/main" id="{55654DC5-2E63-4518-A931-1E8C9C69DE7B}"/>
                </a:ext>
              </a:extLst>
            </p:cNvPr>
            <p:cNvSpPr txBox="1"/>
            <p:nvPr/>
          </p:nvSpPr>
          <p:spPr>
            <a:xfrm>
              <a:off x="9169594" y="1386295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230" name="Rechteck 229">
              <a:extLst>
                <a:ext uri="{FF2B5EF4-FFF2-40B4-BE49-F238E27FC236}">
                  <a16:creationId xmlns:a16="http://schemas.microsoft.com/office/drawing/2014/main" id="{7B09FB83-BEEB-4A52-9B64-C5F6098AE4B2}"/>
                </a:ext>
              </a:extLst>
            </p:cNvPr>
            <p:cNvSpPr/>
            <p:nvPr/>
          </p:nvSpPr>
          <p:spPr>
            <a:xfrm>
              <a:off x="9570678" y="918348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</a:t>
              </a:r>
            </a:p>
          </p:txBody>
        </p:sp>
        <p:cxnSp>
          <p:nvCxnSpPr>
            <p:cNvPr id="231" name="Gerader Verbinder 230">
              <a:extLst>
                <a:ext uri="{FF2B5EF4-FFF2-40B4-BE49-F238E27FC236}">
                  <a16:creationId xmlns:a16="http://schemas.microsoft.com/office/drawing/2014/main" id="{F023DAEB-23A0-4318-9B2E-C9012EAB7E68}"/>
                </a:ext>
              </a:extLst>
            </p:cNvPr>
            <p:cNvCxnSpPr>
              <a:cxnSpLocks/>
              <a:endCxn id="230" idx="1"/>
            </p:cNvCxnSpPr>
            <p:nvPr/>
          </p:nvCxnSpPr>
          <p:spPr>
            <a:xfrm>
              <a:off x="9404030" y="1038460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Textfeld 231">
              <a:extLst>
                <a:ext uri="{FF2B5EF4-FFF2-40B4-BE49-F238E27FC236}">
                  <a16:creationId xmlns:a16="http://schemas.microsoft.com/office/drawing/2014/main" id="{46E7329A-807D-4818-97FF-C67A8BAA8BAA}"/>
                </a:ext>
              </a:extLst>
            </p:cNvPr>
            <p:cNvSpPr txBox="1"/>
            <p:nvPr/>
          </p:nvSpPr>
          <p:spPr>
            <a:xfrm>
              <a:off x="9169594" y="1137186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233" name="Rechteck 232">
              <a:extLst>
                <a:ext uri="{FF2B5EF4-FFF2-40B4-BE49-F238E27FC236}">
                  <a16:creationId xmlns:a16="http://schemas.microsoft.com/office/drawing/2014/main" id="{6B4AEF4F-4828-4AFD-AC84-547EBD84CD27}"/>
                </a:ext>
              </a:extLst>
            </p:cNvPr>
            <p:cNvSpPr/>
            <p:nvPr/>
          </p:nvSpPr>
          <p:spPr>
            <a:xfrm>
              <a:off x="9570678" y="1158572"/>
              <a:ext cx="504000" cy="2402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B1</a:t>
              </a:r>
            </a:p>
          </p:txBody>
        </p:sp>
        <p:cxnSp>
          <p:nvCxnSpPr>
            <p:cNvPr id="234" name="Gerader Verbinder 233">
              <a:extLst>
                <a:ext uri="{FF2B5EF4-FFF2-40B4-BE49-F238E27FC236}">
                  <a16:creationId xmlns:a16="http://schemas.microsoft.com/office/drawing/2014/main" id="{32D4BB8D-4005-49CD-86DF-DF172CA175E2}"/>
                </a:ext>
              </a:extLst>
            </p:cNvPr>
            <p:cNvCxnSpPr>
              <a:cxnSpLocks/>
              <a:endCxn id="233" idx="1"/>
            </p:cNvCxnSpPr>
            <p:nvPr/>
          </p:nvCxnSpPr>
          <p:spPr>
            <a:xfrm>
              <a:off x="9404030" y="1278684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Textfeld 234">
              <a:extLst>
                <a:ext uri="{FF2B5EF4-FFF2-40B4-BE49-F238E27FC236}">
                  <a16:creationId xmlns:a16="http://schemas.microsoft.com/office/drawing/2014/main" id="{8AE4853D-7ABA-4489-A73C-7104E85CFEBB}"/>
                </a:ext>
              </a:extLst>
            </p:cNvPr>
            <p:cNvSpPr txBox="1"/>
            <p:nvPr/>
          </p:nvSpPr>
          <p:spPr>
            <a:xfrm>
              <a:off x="9169594" y="902648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236" name="Rechteck 235">
              <a:extLst>
                <a:ext uri="{FF2B5EF4-FFF2-40B4-BE49-F238E27FC236}">
                  <a16:creationId xmlns:a16="http://schemas.microsoft.com/office/drawing/2014/main" id="{8BD0604F-66A0-4793-A57E-C93A7382E792}"/>
                </a:ext>
              </a:extLst>
            </p:cNvPr>
            <p:cNvSpPr/>
            <p:nvPr/>
          </p:nvSpPr>
          <p:spPr>
            <a:xfrm>
              <a:off x="9570678" y="1398795"/>
              <a:ext cx="504000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G1</a:t>
              </a:r>
            </a:p>
          </p:txBody>
        </p:sp>
        <p:cxnSp>
          <p:nvCxnSpPr>
            <p:cNvPr id="237" name="Gerader Verbinder 236">
              <a:extLst>
                <a:ext uri="{FF2B5EF4-FFF2-40B4-BE49-F238E27FC236}">
                  <a16:creationId xmlns:a16="http://schemas.microsoft.com/office/drawing/2014/main" id="{921CBC4E-4E09-4B00-A331-26DB541EB767}"/>
                </a:ext>
              </a:extLst>
            </p:cNvPr>
            <p:cNvCxnSpPr>
              <a:cxnSpLocks/>
              <a:endCxn id="236" idx="1"/>
            </p:cNvCxnSpPr>
            <p:nvPr/>
          </p:nvCxnSpPr>
          <p:spPr>
            <a:xfrm>
              <a:off x="9404030" y="1518907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Textfeld 237">
              <a:extLst>
                <a:ext uri="{FF2B5EF4-FFF2-40B4-BE49-F238E27FC236}">
                  <a16:creationId xmlns:a16="http://schemas.microsoft.com/office/drawing/2014/main" id="{5B18B1DD-2EBF-4E2E-9852-EF2391EBC8FA}"/>
                </a:ext>
              </a:extLst>
            </p:cNvPr>
            <p:cNvSpPr txBox="1"/>
            <p:nvPr/>
          </p:nvSpPr>
          <p:spPr>
            <a:xfrm>
              <a:off x="9169594" y="669269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239" name="Rechteck 238">
              <a:extLst>
                <a:ext uri="{FF2B5EF4-FFF2-40B4-BE49-F238E27FC236}">
                  <a16:creationId xmlns:a16="http://schemas.microsoft.com/office/drawing/2014/main" id="{0DF48210-5060-4992-BF29-224431AB6B7D}"/>
                </a:ext>
              </a:extLst>
            </p:cNvPr>
            <p:cNvSpPr/>
            <p:nvPr/>
          </p:nvSpPr>
          <p:spPr>
            <a:xfrm>
              <a:off x="9570678" y="1639019"/>
              <a:ext cx="504000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R1</a:t>
              </a:r>
            </a:p>
          </p:txBody>
        </p:sp>
        <p:cxnSp>
          <p:nvCxnSpPr>
            <p:cNvPr id="240" name="Gerader Verbinder 239">
              <a:extLst>
                <a:ext uri="{FF2B5EF4-FFF2-40B4-BE49-F238E27FC236}">
                  <a16:creationId xmlns:a16="http://schemas.microsoft.com/office/drawing/2014/main" id="{B0BD477E-B80E-48A6-82D4-11CD3DABBD54}"/>
                </a:ext>
              </a:extLst>
            </p:cNvPr>
            <p:cNvCxnSpPr>
              <a:cxnSpLocks/>
              <a:endCxn id="239" idx="1"/>
            </p:cNvCxnSpPr>
            <p:nvPr/>
          </p:nvCxnSpPr>
          <p:spPr>
            <a:xfrm>
              <a:off x="9404030" y="1759131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1" name="Textfeld 240">
              <a:extLst>
                <a:ext uri="{FF2B5EF4-FFF2-40B4-BE49-F238E27FC236}">
                  <a16:creationId xmlns:a16="http://schemas.microsoft.com/office/drawing/2014/main" id="{AB01BD8A-BD88-4C7F-868B-598793CFFD19}"/>
                </a:ext>
              </a:extLst>
            </p:cNvPr>
            <p:cNvSpPr txBox="1"/>
            <p:nvPr/>
          </p:nvSpPr>
          <p:spPr>
            <a:xfrm>
              <a:off x="9169594" y="435890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</p:grpSp>
      <p:grpSp>
        <p:nvGrpSpPr>
          <p:cNvPr id="537" name="Gruppieren 536">
            <a:extLst>
              <a:ext uri="{FF2B5EF4-FFF2-40B4-BE49-F238E27FC236}">
                <a16:creationId xmlns:a16="http://schemas.microsoft.com/office/drawing/2014/main" id="{43F2C6A5-BC82-4ED3-9B7F-E4BFD859CE93}"/>
              </a:ext>
            </a:extLst>
          </p:cNvPr>
          <p:cNvGrpSpPr/>
          <p:nvPr/>
        </p:nvGrpSpPr>
        <p:grpSpPr>
          <a:xfrm>
            <a:off x="520460" y="2624650"/>
            <a:ext cx="1466001" cy="1844977"/>
            <a:chOff x="520460" y="2624650"/>
            <a:chExt cx="1466001" cy="1844977"/>
          </a:xfrm>
        </p:grpSpPr>
        <p:sp>
          <p:nvSpPr>
            <p:cNvPr id="262" name="Textfeld 261">
              <a:extLst>
                <a:ext uri="{FF2B5EF4-FFF2-40B4-BE49-F238E27FC236}">
                  <a16:creationId xmlns:a16="http://schemas.microsoft.com/office/drawing/2014/main" id="{5E9D177F-F3E7-4F60-8E41-7EDF9F6D06D2}"/>
                </a:ext>
              </a:extLst>
            </p:cNvPr>
            <p:cNvSpPr txBox="1"/>
            <p:nvPr/>
          </p:nvSpPr>
          <p:spPr>
            <a:xfrm>
              <a:off x="1712027" y="4198389"/>
              <a:ext cx="2744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G</a:t>
              </a:r>
            </a:p>
          </p:txBody>
        </p:sp>
        <p:sp>
          <p:nvSpPr>
            <p:cNvPr id="265" name="Textfeld 264">
              <a:extLst>
                <a:ext uri="{FF2B5EF4-FFF2-40B4-BE49-F238E27FC236}">
                  <a16:creationId xmlns:a16="http://schemas.microsoft.com/office/drawing/2014/main" id="{CC5AA48B-7D6B-415A-B3E1-EA39C721A45C}"/>
                </a:ext>
              </a:extLst>
            </p:cNvPr>
            <p:cNvSpPr txBox="1"/>
            <p:nvPr/>
          </p:nvSpPr>
          <p:spPr>
            <a:xfrm>
              <a:off x="1470001" y="4200794"/>
              <a:ext cx="2728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H</a:t>
              </a:r>
            </a:p>
          </p:txBody>
        </p:sp>
        <p:sp>
          <p:nvSpPr>
            <p:cNvPr id="268" name="Textfeld 267">
              <a:extLst>
                <a:ext uri="{FF2B5EF4-FFF2-40B4-BE49-F238E27FC236}">
                  <a16:creationId xmlns:a16="http://schemas.microsoft.com/office/drawing/2014/main" id="{813F7962-BB48-486E-BBB1-E7EE6A6ADC36}"/>
                </a:ext>
              </a:extLst>
            </p:cNvPr>
            <p:cNvSpPr txBox="1"/>
            <p:nvPr/>
          </p:nvSpPr>
          <p:spPr>
            <a:xfrm>
              <a:off x="1251773" y="4201595"/>
              <a:ext cx="2199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I</a:t>
              </a:r>
            </a:p>
          </p:txBody>
        </p:sp>
        <p:sp>
          <p:nvSpPr>
            <p:cNvPr id="271" name="Textfeld 270">
              <a:extLst>
                <a:ext uri="{FF2B5EF4-FFF2-40B4-BE49-F238E27FC236}">
                  <a16:creationId xmlns:a16="http://schemas.microsoft.com/office/drawing/2014/main" id="{51BD2F0D-233E-44B7-8D7E-151423E5A43D}"/>
                </a:ext>
              </a:extLst>
            </p:cNvPr>
            <p:cNvSpPr txBox="1"/>
            <p:nvPr/>
          </p:nvSpPr>
          <p:spPr>
            <a:xfrm>
              <a:off x="1005609" y="4208017"/>
              <a:ext cx="2295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J</a:t>
              </a:r>
            </a:p>
          </p:txBody>
        </p:sp>
        <p:sp>
          <p:nvSpPr>
            <p:cNvPr id="274" name="Textfeld 273">
              <a:extLst>
                <a:ext uri="{FF2B5EF4-FFF2-40B4-BE49-F238E27FC236}">
                  <a16:creationId xmlns:a16="http://schemas.microsoft.com/office/drawing/2014/main" id="{46900BCE-7512-4C73-95A9-6CCE7B78E01A}"/>
                </a:ext>
              </a:extLst>
            </p:cNvPr>
            <p:cNvSpPr txBox="1"/>
            <p:nvPr/>
          </p:nvSpPr>
          <p:spPr>
            <a:xfrm>
              <a:off x="756982" y="4204801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K</a:t>
              </a:r>
            </a:p>
          </p:txBody>
        </p:sp>
        <p:sp>
          <p:nvSpPr>
            <p:cNvPr id="242" name="Rechteck 241">
              <a:extLst>
                <a:ext uri="{FF2B5EF4-FFF2-40B4-BE49-F238E27FC236}">
                  <a16:creationId xmlns:a16="http://schemas.microsoft.com/office/drawing/2014/main" id="{7ED01D2A-4AF0-4FAB-BC27-E574C54866EA}"/>
                </a:ext>
              </a:extLst>
            </p:cNvPr>
            <p:cNvSpPr/>
            <p:nvPr/>
          </p:nvSpPr>
          <p:spPr>
            <a:xfrm rot="16200000">
              <a:off x="390187" y="2756539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243" name="Gerader Verbinder 242">
              <a:extLst>
                <a:ext uri="{FF2B5EF4-FFF2-40B4-BE49-F238E27FC236}">
                  <a16:creationId xmlns:a16="http://schemas.microsoft.com/office/drawing/2014/main" id="{BF56DF7C-16C6-4852-9BDA-4697D6DC3397}"/>
                </a:ext>
              </a:extLst>
            </p:cNvPr>
            <p:cNvCxnSpPr>
              <a:cxnSpLocks/>
              <a:endCxn id="242" idx="1"/>
            </p:cNvCxnSpPr>
            <p:nvPr/>
          </p:nvCxnSpPr>
          <p:spPr>
            <a:xfrm rot="16200000">
              <a:off x="557959" y="3211071"/>
              <a:ext cx="166648" cy="1807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4" name="Textfeld 243">
              <a:extLst>
                <a:ext uri="{FF2B5EF4-FFF2-40B4-BE49-F238E27FC236}">
                  <a16:creationId xmlns:a16="http://schemas.microsoft.com/office/drawing/2014/main" id="{59CAA451-315D-418C-847F-71FF879AF93D}"/>
                </a:ext>
              </a:extLst>
            </p:cNvPr>
            <p:cNvSpPr txBox="1"/>
            <p:nvPr/>
          </p:nvSpPr>
          <p:spPr>
            <a:xfrm>
              <a:off x="1712495" y="3265720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245" name="Rechteck 244">
              <a:extLst>
                <a:ext uri="{FF2B5EF4-FFF2-40B4-BE49-F238E27FC236}">
                  <a16:creationId xmlns:a16="http://schemas.microsoft.com/office/drawing/2014/main" id="{4A033F58-2550-46C7-A2AC-53416FBA5756}"/>
                </a:ext>
              </a:extLst>
            </p:cNvPr>
            <p:cNvSpPr/>
            <p:nvPr/>
          </p:nvSpPr>
          <p:spPr>
            <a:xfrm rot="16200000">
              <a:off x="630411" y="2756539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246" name="Gerader Verbinder 245">
              <a:extLst>
                <a:ext uri="{FF2B5EF4-FFF2-40B4-BE49-F238E27FC236}">
                  <a16:creationId xmlns:a16="http://schemas.microsoft.com/office/drawing/2014/main" id="{F6266E3E-128F-48AA-8442-E7991BD6AFB5}"/>
                </a:ext>
              </a:extLst>
            </p:cNvPr>
            <p:cNvCxnSpPr>
              <a:cxnSpLocks/>
              <a:endCxn id="245" idx="1"/>
            </p:cNvCxnSpPr>
            <p:nvPr/>
          </p:nvCxnSpPr>
          <p:spPr>
            <a:xfrm rot="16200000">
              <a:off x="799087" y="3211975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Textfeld 246">
              <a:extLst>
                <a:ext uri="{FF2B5EF4-FFF2-40B4-BE49-F238E27FC236}">
                  <a16:creationId xmlns:a16="http://schemas.microsoft.com/office/drawing/2014/main" id="{5DDA01B7-5D9B-45F6-996B-71B391EE28B3}"/>
                </a:ext>
              </a:extLst>
            </p:cNvPr>
            <p:cNvSpPr txBox="1"/>
            <p:nvPr/>
          </p:nvSpPr>
          <p:spPr>
            <a:xfrm>
              <a:off x="1476485" y="3268125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248" name="Rechteck 247">
              <a:extLst>
                <a:ext uri="{FF2B5EF4-FFF2-40B4-BE49-F238E27FC236}">
                  <a16:creationId xmlns:a16="http://schemas.microsoft.com/office/drawing/2014/main" id="{9CC59CA5-C73C-42FA-80DE-4392314E02DC}"/>
                </a:ext>
              </a:extLst>
            </p:cNvPr>
            <p:cNvSpPr/>
            <p:nvPr/>
          </p:nvSpPr>
          <p:spPr>
            <a:xfrm rot="16200000">
              <a:off x="870634" y="2756538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249" name="Gerader Verbinder 248">
              <a:extLst>
                <a:ext uri="{FF2B5EF4-FFF2-40B4-BE49-F238E27FC236}">
                  <a16:creationId xmlns:a16="http://schemas.microsoft.com/office/drawing/2014/main" id="{7B8080E3-ECA1-44C6-BDCA-E0FCFD8ACA39}"/>
                </a:ext>
              </a:extLst>
            </p:cNvPr>
            <p:cNvCxnSpPr>
              <a:cxnSpLocks/>
              <a:endCxn id="248" idx="1"/>
            </p:cNvCxnSpPr>
            <p:nvPr/>
          </p:nvCxnSpPr>
          <p:spPr>
            <a:xfrm rot="16200000">
              <a:off x="1039309" y="3211974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0" name="Textfeld 249">
              <a:extLst>
                <a:ext uri="{FF2B5EF4-FFF2-40B4-BE49-F238E27FC236}">
                  <a16:creationId xmlns:a16="http://schemas.microsoft.com/office/drawing/2014/main" id="{3EEC5980-39B8-4A91-B2C9-039CACBD40D5}"/>
                </a:ext>
              </a:extLst>
            </p:cNvPr>
            <p:cNvSpPr txBox="1"/>
            <p:nvPr/>
          </p:nvSpPr>
          <p:spPr>
            <a:xfrm>
              <a:off x="1228177" y="3268926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251" name="Rechteck 250">
              <a:extLst>
                <a:ext uri="{FF2B5EF4-FFF2-40B4-BE49-F238E27FC236}">
                  <a16:creationId xmlns:a16="http://schemas.microsoft.com/office/drawing/2014/main" id="{4C6844F8-32F1-4B88-AFE6-71F18327F4CF}"/>
                </a:ext>
              </a:extLst>
            </p:cNvPr>
            <p:cNvSpPr/>
            <p:nvPr/>
          </p:nvSpPr>
          <p:spPr>
            <a:xfrm rot="16200000">
              <a:off x="1110858" y="2756538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252" name="Gerader Verbinder 251">
              <a:extLst>
                <a:ext uri="{FF2B5EF4-FFF2-40B4-BE49-F238E27FC236}">
                  <a16:creationId xmlns:a16="http://schemas.microsoft.com/office/drawing/2014/main" id="{36815E52-B22B-45EC-8F72-049E4EAED021}"/>
                </a:ext>
              </a:extLst>
            </p:cNvPr>
            <p:cNvCxnSpPr>
              <a:cxnSpLocks/>
              <a:endCxn id="251" idx="1"/>
            </p:cNvCxnSpPr>
            <p:nvPr/>
          </p:nvCxnSpPr>
          <p:spPr>
            <a:xfrm rot="16200000">
              <a:off x="1279533" y="3211974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Textfeld 252">
              <a:extLst>
                <a:ext uri="{FF2B5EF4-FFF2-40B4-BE49-F238E27FC236}">
                  <a16:creationId xmlns:a16="http://schemas.microsoft.com/office/drawing/2014/main" id="{5FD1F5B9-12FE-46F0-9A61-3F7CBCF0FDF4}"/>
                </a:ext>
              </a:extLst>
            </p:cNvPr>
            <p:cNvSpPr txBox="1"/>
            <p:nvPr/>
          </p:nvSpPr>
          <p:spPr>
            <a:xfrm>
              <a:off x="988029" y="3269332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254" name="Rechteck 253">
              <a:extLst>
                <a:ext uri="{FF2B5EF4-FFF2-40B4-BE49-F238E27FC236}">
                  <a16:creationId xmlns:a16="http://schemas.microsoft.com/office/drawing/2014/main" id="{A67552D4-E16B-4AD6-9F82-E09A0359F2AB}"/>
                </a:ext>
              </a:extLst>
            </p:cNvPr>
            <p:cNvSpPr/>
            <p:nvPr/>
          </p:nvSpPr>
          <p:spPr>
            <a:xfrm rot="16200000">
              <a:off x="1351081" y="2756538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255" name="Gerader Verbinder 254">
              <a:extLst>
                <a:ext uri="{FF2B5EF4-FFF2-40B4-BE49-F238E27FC236}">
                  <a16:creationId xmlns:a16="http://schemas.microsoft.com/office/drawing/2014/main" id="{5070FEA0-F713-436E-8D7B-684BE6EE94D5}"/>
                </a:ext>
              </a:extLst>
            </p:cNvPr>
            <p:cNvCxnSpPr>
              <a:cxnSpLocks/>
              <a:endCxn id="254" idx="1"/>
            </p:cNvCxnSpPr>
            <p:nvPr/>
          </p:nvCxnSpPr>
          <p:spPr>
            <a:xfrm rot="16200000">
              <a:off x="1519756" y="3211974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Textfeld 255">
              <a:extLst>
                <a:ext uri="{FF2B5EF4-FFF2-40B4-BE49-F238E27FC236}">
                  <a16:creationId xmlns:a16="http://schemas.microsoft.com/office/drawing/2014/main" id="{CA05FDBA-0585-4AF2-B12E-048A78C3B307}"/>
                </a:ext>
              </a:extLst>
            </p:cNvPr>
            <p:cNvSpPr txBox="1"/>
            <p:nvPr/>
          </p:nvSpPr>
          <p:spPr>
            <a:xfrm>
              <a:off x="757450" y="3272132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257" name="Rechteck 256">
              <a:extLst>
                <a:ext uri="{FF2B5EF4-FFF2-40B4-BE49-F238E27FC236}">
                  <a16:creationId xmlns:a16="http://schemas.microsoft.com/office/drawing/2014/main" id="{7113FC3D-EE3A-420C-B910-E79138349322}"/>
                </a:ext>
              </a:extLst>
            </p:cNvPr>
            <p:cNvSpPr/>
            <p:nvPr/>
          </p:nvSpPr>
          <p:spPr>
            <a:xfrm rot="16200000">
              <a:off x="1591305" y="2756538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258" name="Gerader Verbinder 257">
              <a:extLst>
                <a:ext uri="{FF2B5EF4-FFF2-40B4-BE49-F238E27FC236}">
                  <a16:creationId xmlns:a16="http://schemas.microsoft.com/office/drawing/2014/main" id="{6A7ED7E0-3067-453F-AFCE-3D5E97566A36}"/>
                </a:ext>
              </a:extLst>
            </p:cNvPr>
            <p:cNvCxnSpPr>
              <a:cxnSpLocks/>
              <a:endCxn id="257" idx="1"/>
            </p:cNvCxnSpPr>
            <p:nvPr/>
          </p:nvCxnSpPr>
          <p:spPr>
            <a:xfrm rot="16200000">
              <a:off x="1759980" y="3211974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9" name="Textfeld 258">
              <a:extLst>
                <a:ext uri="{FF2B5EF4-FFF2-40B4-BE49-F238E27FC236}">
                  <a16:creationId xmlns:a16="http://schemas.microsoft.com/office/drawing/2014/main" id="{D7A071DF-15E6-48C7-962C-E51DE1B0C0F0}"/>
                </a:ext>
              </a:extLst>
            </p:cNvPr>
            <p:cNvSpPr txBox="1"/>
            <p:nvPr/>
          </p:nvSpPr>
          <p:spPr>
            <a:xfrm>
              <a:off x="520460" y="3274537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260" name="Rechteck 259">
              <a:extLst>
                <a:ext uri="{FF2B5EF4-FFF2-40B4-BE49-F238E27FC236}">
                  <a16:creationId xmlns:a16="http://schemas.microsoft.com/office/drawing/2014/main" id="{DD2EE6BC-9EDB-41AA-A872-7AA182D68E3B}"/>
                </a:ext>
              </a:extLst>
            </p:cNvPr>
            <p:cNvSpPr/>
            <p:nvPr/>
          </p:nvSpPr>
          <p:spPr>
            <a:xfrm rot="16200000">
              <a:off x="389719" y="3689208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261" name="Gerader Verbinder 260">
              <a:extLst>
                <a:ext uri="{FF2B5EF4-FFF2-40B4-BE49-F238E27FC236}">
                  <a16:creationId xmlns:a16="http://schemas.microsoft.com/office/drawing/2014/main" id="{FA3BEA5D-A382-4EFA-9A63-D229BEDC62E2}"/>
                </a:ext>
              </a:extLst>
            </p:cNvPr>
            <p:cNvCxnSpPr>
              <a:cxnSpLocks/>
              <a:endCxn id="260" idx="1"/>
            </p:cNvCxnSpPr>
            <p:nvPr/>
          </p:nvCxnSpPr>
          <p:spPr>
            <a:xfrm rot="16200000">
              <a:off x="557491" y="4143740"/>
              <a:ext cx="166648" cy="1807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Rechteck 262">
              <a:extLst>
                <a:ext uri="{FF2B5EF4-FFF2-40B4-BE49-F238E27FC236}">
                  <a16:creationId xmlns:a16="http://schemas.microsoft.com/office/drawing/2014/main" id="{CB9A5CDB-6290-4365-AC72-B11B9BDBD97D}"/>
                </a:ext>
              </a:extLst>
            </p:cNvPr>
            <p:cNvSpPr/>
            <p:nvPr/>
          </p:nvSpPr>
          <p:spPr>
            <a:xfrm rot="16200000">
              <a:off x="629943" y="3689208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264" name="Gerader Verbinder 263">
              <a:extLst>
                <a:ext uri="{FF2B5EF4-FFF2-40B4-BE49-F238E27FC236}">
                  <a16:creationId xmlns:a16="http://schemas.microsoft.com/office/drawing/2014/main" id="{31E3F21D-B3A1-43D5-8A37-A1C8CEBE9D41}"/>
                </a:ext>
              </a:extLst>
            </p:cNvPr>
            <p:cNvCxnSpPr>
              <a:cxnSpLocks/>
              <a:endCxn id="263" idx="1"/>
            </p:cNvCxnSpPr>
            <p:nvPr/>
          </p:nvCxnSpPr>
          <p:spPr>
            <a:xfrm rot="16200000">
              <a:off x="798619" y="4144644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6" name="Rechteck 265">
              <a:extLst>
                <a:ext uri="{FF2B5EF4-FFF2-40B4-BE49-F238E27FC236}">
                  <a16:creationId xmlns:a16="http://schemas.microsoft.com/office/drawing/2014/main" id="{EDEE5041-DD53-4B04-A73F-B60725BFF002}"/>
                </a:ext>
              </a:extLst>
            </p:cNvPr>
            <p:cNvSpPr/>
            <p:nvPr/>
          </p:nvSpPr>
          <p:spPr>
            <a:xfrm rot="16200000">
              <a:off x="870166" y="3689207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267" name="Gerader Verbinder 266">
              <a:extLst>
                <a:ext uri="{FF2B5EF4-FFF2-40B4-BE49-F238E27FC236}">
                  <a16:creationId xmlns:a16="http://schemas.microsoft.com/office/drawing/2014/main" id="{F36460F1-397C-457B-8E1A-C82C11122ABF}"/>
                </a:ext>
              </a:extLst>
            </p:cNvPr>
            <p:cNvCxnSpPr>
              <a:cxnSpLocks/>
              <a:endCxn id="266" idx="1"/>
            </p:cNvCxnSpPr>
            <p:nvPr/>
          </p:nvCxnSpPr>
          <p:spPr>
            <a:xfrm rot="16200000">
              <a:off x="1038841" y="4144643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Rechteck 268">
              <a:extLst>
                <a:ext uri="{FF2B5EF4-FFF2-40B4-BE49-F238E27FC236}">
                  <a16:creationId xmlns:a16="http://schemas.microsoft.com/office/drawing/2014/main" id="{A40E9FF3-23D0-4C43-85A5-7519303B2C11}"/>
                </a:ext>
              </a:extLst>
            </p:cNvPr>
            <p:cNvSpPr/>
            <p:nvPr/>
          </p:nvSpPr>
          <p:spPr>
            <a:xfrm rot="16200000">
              <a:off x="1110390" y="3689207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270" name="Gerader Verbinder 269">
              <a:extLst>
                <a:ext uri="{FF2B5EF4-FFF2-40B4-BE49-F238E27FC236}">
                  <a16:creationId xmlns:a16="http://schemas.microsoft.com/office/drawing/2014/main" id="{BE48C2CC-52E9-4879-A593-2565C522A0EB}"/>
                </a:ext>
              </a:extLst>
            </p:cNvPr>
            <p:cNvCxnSpPr>
              <a:cxnSpLocks/>
              <a:endCxn id="269" idx="1"/>
            </p:cNvCxnSpPr>
            <p:nvPr/>
          </p:nvCxnSpPr>
          <p:spPr>
            <a:xfrm rot="16200000">
              <a:off x="1279065" y="4144643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Rechteck 271">
              <a:extLst>
                <a:ext uri="{FF2B5EF4-FFF2-40B4-BE49-F238E27FC236}">
                  <a16:creationId xmlns:a16="http://schemas.microsoft.com/office/drawing/2014/main" id="{1DF302B9-C11D-4B59-B754-269B300823B0}"/>
                </a:ext>
              </a:extLst>
            </p:cNvPr>
            <p:cNvSpPr/>
            <p:nvPr/>
          </p:nvSpPr>
          <p:spPr>
            <a:xfrm rot="16200000">
              <a:off x="1350613" y="3689207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273" name="Gerader Verbinder 272">
              <a:extLst>
                <a:ext uri="{FF2B5EF4-FFF2-40B4-BE49-F238E27FC236}">
                  <a16:creationId xmlns:a16="http://schemas.microsoft.com/office/drawing/2014/main" id="{9DF93AB8-4D6F-4C42-8E2E-30EA8F5251E7}"/>
                </a:ext>
              </a:extLst>
            </p:cNvPr>
            <p:cNvCxnSpPr>
              <a:cxnSpLocks/>
              <a:endCxn id="272" idx="1"/>
            </p:cNvCxnSpPr>
            <p:nvPr/>
          </p:nvCxnSpPr>
          <p:spPr>
            <a:xfrm rot="16200000">
              <a:off x="1519288" y="4144643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5" name="Rechteck 274">
              <a:extLst>
                <a:ext uri="{FF2B5EF4-FFF2-40B4-BE49-F238E27FC236}">
                  <a16:creationId xmlns:a16="http://schemas.microsoft.com/office/drawing/2014/main" id="{303A3B09-4633-422C-88AE-1D779C2A1EFD}"/>
                </a:ext>
              </a:extLst>
            </p:cNvPr>
            <p:cNvSpPr/>
            <p:nvPr/>
          </p:nvSpPr>
          <p:spPr>
            <a:xfrm rot="16200000">
              <a:off x="1590837" y="3689207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276" name="Gerader Verbinder 275">
              <a:extLst>
                <a:ext uri="{FF2B5EF4-FFF2-40B4-BE49-F238E27FC236}">
                  <a16:creationId xmlns:a16="http://schemas.microsoft.com/office/drawing/2014/main" id="{A54B78BD-24A0-4E5E-8B55-04FFB8E67C3E}"/>
                </a:ext>
              </a:extLst>
            </p:cNvPr>
            <p:cNvCxnSpPr>
              <a:cxnSpLocks/>
              <a:endCxn id="275" idx="1"/>
            </p:cNvCxnSpPr>
            <p:nvPr/>
          </p:nvCxnSpPr>
          <p:spPr>
            <a:xfrm rot="16200000">
              <a:off x="1759512" y="4144643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feld 276">
              <a:extLst>
                <a:ext uri="{FF2B5EF4-FFF2-40B4-BE49-F238E27FC236}">
                  <a16:creationId xmlns:a16="http://schemas.microsoft.com/office/drawing/2014/main" id="{F5E9638C-6118-4ED5-8511-AA04EE9851ED}"/>
                </a:ext>
              </a:extLst>
            </p:cNvPr>
            <p:cNvSpPr txBox="1"/>
            <p:nvPr/>
          </p:nvSpPr>
          <p:spPr>
            <a:xfrm>
              <a:off x="526008" y="4207206"/>
              <a:ext cx="24397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L</a:t>
              </a:r>
            </a:p>
          </p:txBody>
        </p:sp>
      </p:grpSp>
      <p:grpSp>
        <p:nvGrpSpPr>
          <p:cNvPr id="526" name="Gruppieren 525">
            <a:extLst>
              <a:ext uri="{FF2B5EF4-FFF2-40B4-BE49-F238E27FC236}">
                <a16:creationId xmlns:a16="http://schemas.microsoft.com/office/drawing/2014/main" id="{164E77E3-75EC-4640-AFB9-2BB8A421FFAD}"/>
              </a:ext>
            </a:extLst>
          </p:cNvPr>
          <p:cNvGrpSpPr/>
          <p:nvPr/>
        </p:nvGrpSpPr>
        <p:grpSpPr>
          <a:xfrm>
            <a:off x="3956443" y="2615022"/>
            <a:ext cx="1466001" cy="1844977"/>
            <a:chOff x="3956443" y="2615022"/>
            <a:chExt cx="1466001" cy="1844977"/>
          </a:xfrm>
        </p:grpSpPr>
        <p:sp>
          <p:nvSpPr>
            <p:cNvPr id="278" name="Rechteck 277">
              <a:extLst>
                <a:ext uri="{FF2B5EF4-FFF2-40B4-BE49-F238E27FC236}">
                  <a16:creationId xmlns:a16="http://schemas.microsoft.com/office/drawing/2014/main" id="{26076333-06C2-4C52-9179-6C00752E2CC2}"/>
                </a:ext>
              </a:extLst>
            </p:cNvPr>
            <p:cNvSpPr/>
            <p:nvPr/>
          </p:nvSpPr>
          <p:spPr>
            <a:xfrm rot="16200000">
              <a:off x="3826170" y="2746911"/>
              <a:ext cx="504000" cy="2402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KW3</a:t>
              </a:r>
            </a:p>
          </p:txBody>
        </p:sp>
        <p:cxnSp>
          <p:nvCxnSpPr>
            <p:cNvPr id="279" name="Gerader Verbinder 278">
              <a:extLst>
                <a:ext uri="{FF2B5EF4-FFF2-40B4-BE49-F238E27FC236}">
                  <a16:creationId xmlns:a16="http://schemas.microsoft.com/office/drawing/2014/main" id="{075146B6-29F8-475F-843A-38074FE93DF7}"/>
                </a:ext>
              </a:extLst>
            </p:cNvPr>
            <p:cNvCxnSpPr>
              <a:cxnSpLocks/>
              <a:endCxn id="278" idx="1"/>
            </p:cNvCxnSpPr>
            <p:nvPr/>
          </p:nvCxnSpPr>
          <p:spPr>
            <a:xfrm rot="16200000">
              <a:off x="3993942" y="3201443"/>
              <a:ext cx="166648" cy="1807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0" name="Textfeld 279">
              <a:extLst>
                <a:ext uri="{FF2B5EF4-FFF2-40B4-BE49-F238E27FC236}">
                  <a16:creationId xmlns:a16="http://schemas.microsoft.com/office/drawing/2014/main" id="{BB5D533B-60B9-465C-9593-2E9C7DB4A235}"/>
                </a:ext>
              </a:extLst>
            </p:cNvPr>
            <p:cNvSpPr txBox="1"/>
            <p:nvPr/>
          </p:nvSpPr>
          <p:spPr>
            <a:xfrm>
              <a:off x="5148478" y="3256092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281" name="Rechteck 280">
              <a:extLst>
                <a:ext uri="{FF2B5EF4-FFF2-40B4-BE49-F238E27FC236}">
                  <a16:creationId xmlns:a16="http://schemas.microsoft.com/office/drawing/2014/main" id="{28C7F0B7-5AD8-45E1-82A9-E748DCC137D6}"/>
                </a:ext>
              </a:extLst>
            </p:cNvPr>
            <p:cNvSpPr/>
            <p:nvPr/>
          </p:nvSpPr>
          <p:spPr>
            <a:xfrm rot="16200000">
              <a:off x="4066394" y="2746911"/>
              <a:ext cx="504000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WW3</a:t>
              </a:r>
            </a:p>
          </p:txBody>
        </p:sp>
        <p:cxnSp>
          <p:nvCxnSpPr>
            <p:cNvPr id="282" name="Gerader Verbinder 281">
              <a:extLst>
                <a:ext uri="{FF2B5EF4-FFF2-40B4-BE49-F238E27FC236}">
                  <a16:creationId xmlns:a16="http://schemas.microsoft.com/office/drawing/2014/main" id="{64BFEEF0-D2BC-4D68-849F-389360CD6CDF}"/>
                </a:ext>
              </a:extLst>
            </p:cNvPr>
            <p:cNvCxnSpPr>
              <a:cxnSpLocks/>
              <a:endCxn id="281" idx="1"/>
            </p:cNvCxnSpPr>
            <p:nvPr/>
          </p:nvCxnSpPr>
          <p:spPr>
            <a:xfrm rot="16200000">
              <a:off x="4235070" y="3202347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Textfeld 282">
              <a:extLst>
                <a:ext uri="{FF2B5EF4-FFF2-40B4-BE49-F238E27FC236}">
                  <a16:creationId xmlns:a16="http://schemas.microsoft.com/office/drawing/2014/main" id="{F9F144CD-CBCD-41CC-91EE-70FACBCD39CE}"/>
                </a:ext>
              </a:extLst>
            </p:cNvPr>
            <p:cNvSpPr txBox="1"/>
            <p:nvPr/>
          </p:nvSpPr>
          <p:spPr>
            <a:xfrm>
              <a:off x="4912468" y="3258497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284" name="Rechteck 283">
              <a:extLst>
                <a:ext uri="{FF2B5EF4-FFF2-40B4-BE49-F238E27FC236}">
                  <a16:creationId xmlns:a16="http://schemas.microsoft.com/office/drawing/2014/main" id="{501CB818-8C34-4FC8-AE62-96C8ADE9991A}"/>
                </a:ext>
              </a:extLst>
            </p:cNvPr>
            <p:cNvSpPr/>
            <p:nvPr/>
          </p:nvSpPr>
          <p:spPr>
            <a:xfrm rot="16200000">
              <a:off x="4306617" y="2746910"/>
              <a:ext cx="504000" cy="2402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KW2</a:t>
              </a:r>
            </a:p>
          </p:txBody>
        </p:sp>
        <p:cxnSp>
          <p:nvCxnSpPr>
            <p:cNvPr id="285" name="Gerader Verbinder 284">
              <a:extLst>
                <a:ext uri="{FF2B5EF4-FFF2-40B4-BE49-F238E27FC236}">
                  <a16:creationId xmlns:a16="http://schemas.microsoft.com/office/drawing/2014/main" id="{35DABCB2-51BC-4676-BD7B-3F52E1F8E2AB}"/>
                </a:ext>
              </a:extLst>
            </p:cNvPr>
            <p:cNvCxnSpPr>
              <a:cxnSpLocks/>
              <a:endCxn id="284" idx="1"/>
            </p:cNvCxnSpPr>
            <p:nvPr/>
          </p:nvCxnSpPr>
          <p:spPr>
            <a:xfrm rot="16200000">
              <a:off x="4475292" y="3202346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6" name="Textfeld 285">
              <a:extLst>
                <a:ext uri="{FF2B5EF4-FFF2-40B4-BE49-F238E27FC236}">
                  <a16:creationId xmlns:a16="http://schemas.microsoft.com/office/drawing/2014/main" id="{62762108-EC70-45F8-A133-EE390772F14A}"/>
                </a:ext>
              </a:extLst>
            </p:cNvPr>
            <p:cNvSpPr txBox="1"/>
            <p:nvPr/>
          </p:nvSpPr>
          <p:spPr>
            <a:xfrm>
              <a:off x="4664160" y="3259298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287" name="Rechteck 286">
              <a:extLst>
                <a:ext uri="{FF2B5EF4-FFF2-40B4-BE49-F238E27FC236}">
                  <a16:creationId xmlns:a16="http://schemas.microsoft.com/office/drawing/2014/main" id="{C741037A-0E90-4A3D-B3D7-7D3D4E3C19C5}"/>
                </a:ext>
              </a:extLst>
            </p:cNvPr>
            <p:cNvSpPr/>
            <p:nvPr/>
          </p:nvSpPr>
          <p:spPr>
            <a:xfrm rot="16200000">
              <a:off x="4546841" y="2746910"/>
              <a:ext cx="504000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WW2</a:t>
              </a:r>
            </a:p>
          </p:txBody>
        </p:sp>
        <p:cxnSp>
          <p:nvCxnSpPr>
            <p:cNvPr id="288" name="Gerader Verbinder 287">
              <a:extLst>
                <a:ext uri="{FF2B5EF4-FFF2-40B4-BE49-F238E27FC236}">
                  <a16:creationId xmlns:a16="http://schemas.microsoft.com/office/drawing/2014/main" id="{ABFB784C-BBBD-47D6-96AE-8CE1A952DCAD}"/>
                </a:ext>
              </a:extLst>
            </p:cNvPr>
            <p:cNvCxnSpPr>
              <a:cxnSpLocks/>
              <a:endCxn id="287" idx="1"/>
            </p:cNvCxnSpPr>
            <p:nvPr/>
          </p:nvCxnSpPr>
          <p:spPr>
            <a:xfrm rot="16200000">
              <a:off x="4715516" y="3202346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9" name="Textfeld 288">
              <a:extLst>
                <a:ext uri="{FF2B5EF4-FFF2-40B4-BE49-F238E27FC236}">
                  <a16:creationId xmlns:a16="http://schemas.microsoft.com/office/drawing/2014/main" id="{71722BCF-CDAA-405D-AF55-A8D6F7D3E7B3}"/>
                </a:ext>
              </a:extLst>
            </p:cNvPr>
            <p:cNvSpPr txBox="1"/>
            <p:nvPr/>
          </p:nvSpPr>
          <p:spPr>
            <a:xfrm>
              <a:off x="4424012" y="3259704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290" name="Rechteck 289">
              <a:extLst>
                <a:ext uri="{FF2B5EF4-FFF2-40B4-BE49-F238E27FC236}">
                  <a16:creationId xmlns:a16="http://schemas.microsoft.com/office/drawing/2014/main" id="{09F0C895-4E7D-45FB-BAAC-8B6B98C107DB}"/>
                </a:ext>
              </a:extLst>
            </p:cNvPr>
            <p:cNvSpPr/>
            <p:nvPr/>
          </p:nvSpPr>
          <p:spPr>
            <a:xfrm rot="16200000">
              <a:off x="4787064" y="2746910"/>
              <a:ext cx="504000" cy="2402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KW1</a:t>
              </a:r>
            </a:p>
          </p:txBody>
        </p:sp>
        <p:cxnSp>
          <p:nvCxnSpPr>
            <p:cNvPr id="291" name="Gerader Verbinder 290">
              <a:extLst>
                <a:ext uri="{FF2B5EF4-FFF2-40B4-BE49-F238E27FC236}">
                  <a16:creationId xmlns:a16="http://schemas.microsoft.com/office/drawing/2014/main" id="{90FE4439-3FE0-4ADE-948F-C617015E70FB}"/>
                </a:ext>
              </a:extLst>
            </p:cNvPr>
            <p:cNvCxnSpPr>
              <a:cxnSpLocks/>
              <a:endCxn id="290" idx="1"/>
            </p:cNvCxnSpPr>
            <p:nvPr/>
          </p:nvCxnSpPr>
          <p:spPr>
            <a:xfrm rot="16200000">
              <a:off x="4955739" y="3202346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2" name="Textfeld 291">
              <a:extLst>
                <a:ext uri="{FF2B5EF4-FFF2-40B4-BE49-F238E27FC236}">
                  <a16:creationId xmlns:a16="http://schemas.microsoft.com/office/drawing/2014/main" id="{C83AA3CD-011D-45D9-84F7-F377CA341C74}"/>
                </a:ext>
              </a:extLst>
            </p:cNvPr>
            <p:cNvSpPr txBox="1"/>
            <p:nvPr/>
          </p:nvSpPr>
          <p:spPr>
            <a:xfrm>
              <a:off x="4193433" y="3262504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293" name="Rechteck 292">
              <a:extLst>
                <a:ext uri="{FF2B5EF4-FFF2-40B4-BE49-F238E27FC236}">
                  <a16:creationId xmlns:a16="http://schemas.microsoft.com/office/drawing/2014/main" id="{2191F8C6-5568-40B3-9495-80999C97107F}"/>
                </a:ext>
              </a:extLst>
            </p:cNvPr>
            <p:cNvSpPr/>
            <p:nvPr/>
          </p:nvSpPr>
          <p:spPr>
            <a:xfrm rot="16200000">
              <a:off x="5027288" y="2746910"/>
              <a:ext cx="504000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WW1</a:t>
              </a:r>
            </a:p>
          </p:txBody>
        </p:sp>
        <p:cxnSp>
          <p:nvCxnSpPr>
            <p:cNvPr id="294" name="Gerader Verbinder 293">
              <a:extLst>
                <a:ext uri="{FF2B5EF4-FFF2-40B4-BE49-F238E27FC236}">
                  <a16:creationId xmlns:a16="http://schemas.microsoft.com/office/drawing/2014/main" id="{4AE0E339-B4F7-4B2A-BAD7-BA7790E3B940}"/>
                </a:ext>
              </a:extLst>
            </p:cNvPr>
            <p:cNvCxnSpPr>
              <a:cxnSpLocks/>
              <a:endCxn id="293" idx="1"/>
            </p:cNvCxnSpPr>
            <p:nvPr/>
          </p:nvCxnSpPr>
          <p:spPr>
            <a:xfrm rot="16200000">
              <a:off x="5195963" y="3202346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Textfeld 294">
              <a:extLst>
                <a:ext uri="{FF2B5EF4-FFF2-40B4-BE49-F238E27FC236}">
                  <a16:creationId xmlns:a16="http://schemas.microsoft.com/office/drawing/2014/main" id="{412FF0D9-52B1-41A0-809B-956129BB649E}"/>
                </a:ext>
              </a:extLst>
            </p:cNvPr>
            <p:cNvSpPr txBox="1"/>
            <p:nvPr/>
          </p:nvSpPr>
          <p:spPr>
            <a:xfrm>
              <a:off x="3956443" y="3264909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296" name="Rechteck 295">
              <a:extLst>
                <a:ext uri="{FF2B5EF4-FFF2-40B4-BE49-F238E27FC236}">
                  <a16:creationId xmlns:a16="http://schemas.microsoft.com/office/drawing/2014/main" id="{D0C6287C-AA07-41F4-A919-1D19CAA37537}"/>
                </a:ext>
              </a:extLst>
            </p:cNvPr>
            <p:cNvSpPr/>
            <p:nvPr/>
          </p:nvSpPr>
          <p:spPr>
            <a:xfrm rot="16200000">
              <a:off x="3825702" y="3679580"/>
              <a:ext cx="504000" cy="2402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KW6</a:t>
              </a:r>
            </a:p>
          </p:txBody>
        </p:sp>
        <p:cxnSp>
          <p:nvCxnSpPr>
            <p:cNvPr id="297" name="Gerader Verbinder 296">
              <a:extLst>
                <a:ext uri="{FF2B5EF4-FFF2-40B4-BE49-F238E27FC236}">
                  <a16:creationId xmlns:a16="http://schemas.microsoft.com/office/drawing/2014/main" id="{29E1F6F7-845B-47A6-8CCE-0F853D30258F}"/>
                </a:ext>
              </a:extLst>
            </p:cNvPr>
            <p:cNvCxnSpPr>
              <a:cxnSpLocks/>
              <a:endCxn id="296" idx="1"/>
            </p:cNvCxnSpPr>
            <p:nvPr/>
          </p:nvCxnSpPr>
          <p:spPr>
            <a:xfrm rot="16200000">
              <a:off x="3993474" y="4134112"/>
              <a:ext cx="166648" cy="1807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8" name="Textfeld 297">
              <a:extLst>
                <a:ext uri="{FF2B5EF4-FFF2-40B4-BE49-F238E27FC236}">
                  <a16:creationId xmlns:a16="http://schemas.microsoft.com/office/drawing/2014/main" id="{74FA34FC-4F62-462E-A765-3F391766717B}"/>
                </a:ext>
              </a:extLst>
            </p:cNvPr>
            <p:cNvSpPr txBox="1"/>
            <p:nvPr/>
          </p:nvSpPr>
          <p:spPr>
            <a:xfrm>
              <a:off x="5148010" y="4188761"/>
              <a:ext cx="2744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G</a:t>
              </a:r>
            </a:p>
          </p:txBody>
        </p:sp>
        <p:sp>
          <p:nvSpPr>
            <p:cNvPr id="299" name="Rechteck 298">
              <a:extLst>
                <a:ext uri="{FF2B5EF4-FFF2-40B4-BE49-F238E27FC236}">
                  <a16:creationId xmlns:a16="http://schemas.microsoft.com/office/drawing/2014/main" id="{039602B7-7BAF-42F8-BB92-BD6E383E141F}"/>
                </a:ext>
              </a:extLst>
            </p:cNvPr>
            <p:cNvSpPr/>
            <p:nvPr/>
          </p:nvSpPr>
          <p:spPr>
            <a:xfrm rot="16200000">
              <a:off x="4065926" y="3679580"/>
              <a:ext cx="504000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WW6</a:t>
              </a:r>
            </a:p>
          </p:txBody>
        </p:sp>
        <p:cxnSp>
          <p:nvCxnSpPr>
            <p:cNvPr id="300" name="Gerader Verbinder 299">
              <a:extLst>
                <a:ext uri="{FF2B5EF4-FFF2-40B4-BE49-F238E27FC236}">
                  <a16:creationId xmlns:a16="http://schemas.microsoft.com/office/drawing/2014/main" id="{22054DA8-1040-4720-A02A-DB09948FA2D0}"/>
                </a:ext>
              </a:extLst>
            </p:cNvPr>
            <p:cNvCxnSpPr>
              <a:cxnSpLocks/>
              <a:endCxn id="299" idx="1"/>
            </p:cNvCxnSpPr>
            <p:nvPr/>
          </p:nvCxnSpPr>
          <p:spPr>
            <a:xfrm rot="16200000">
              <a:off x="4234602" y="4135016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1" name="Textfeld 300">
              <a:extLst>
                <a:ext uri="{FF2B5EF4-FFF2-40B4-BE49-F238E27FC236}">
                  <a16:creationId xmlns:a16="http://schemas.microsoft.com/office/drawing/2014/main" id="{ABA857AA-4922-4499-BF48-CB8F83DA4AD7}"/>
                </a:ext>
              </a:extLst>
            </p:cNvPr>
            <p:cNvSpPr txBox="1"/>
            <p:nvPr/>
          </p:nvSpPr>
          <p:spPr>
            <a:xfrm>
              <a:off x="4905984" y="4191166"/>
              <a:ext cx="2728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H</a:t>
              </a:r>
            </a:p>
          </p:txBody>
        </p:sp>
        <p:sp>
          <p:nvSpPr>
            <p:cNvPr id="302" name="Rechteck 301">
              <a:extLst>
                <a:ext uri="{FF2B5EF4-FFF2-40B4-BE49-F238E27FC236}">
                  <a16:creationId xmlns:a16="http://schemas.microsoft.com/office/drawing/2014/main" id="{F41D26DC-B5D8-453C-9DB7-3F407E3C33A6}"/>
                </a:ext>
              </a:extLst>
            </p:cNvPr>
            <p:cNvSpPr/>
            <p:nvPr/>
          </p:nvSpPr>
          <p:spPr>
            <a:xfrm rot="16200000">
              <a:off x="4306149" y="3679579"/>
              <a:ext cx="504000" cy="2402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KW5</a:t>
              </a:r>
            </a:p>
          </p:txBody>
        </p:sp>
        <p:cxnSp>
          <p:nvCxnSpPr>
            <p:cNvPr id="303" name="Gerader Verbinder 302">
              <a:extLst>
                <a:ext uri="{FF2B5EF4-FFF2-40B4-BE49-F238E27FC236}">
                  <a16:creationId xmlns:a16="http://schemas.microsoft.com/office/drawing/2014/main" id="{5A666DAE-9BE5-46AA-B4AF-B44AE1E0DCF7}"/>
                </a:ext>
              </a:extLst>
            </p:cNvPr>
            <p:cNvCxnSpPr>
              <a:cxnSpLocks/>
              <a:endCxn id="302" idx="1"/>
            </p:cNvCxnSpPr>
            <p:nvPr/>
          </p:nvCxnSpPr>
          <p:spPr>
            <a:xfrm rot="16200000">
              <a:off x="4474824" y="4135015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4" name="Textfeld 303">
              <a:extLst>
                <a:ext uri="{FF2B5EF4-FFF2-40B4-BE49-F238E27FC236}">
                  <a16:creationId xmlns:a16="http://schemas.microsoft.com/office/drawing/2014/main" id="{33A33002-22EC-40FA-80F5-4338485654B9}"/>
                </a:ext>
              </a:extLst>
            </p:cNvPr>
            <p:cNvSpPr txBox="1"/>
            <p:nvPr/>
          </p:nvSpPr>
          <p:spPr>
            <a:xfrm>
              <a:off x="4687756" y="4191967"/>
              <a:ext cx="2199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I</a:t>
              </a:r>
            </a:p>
          </p:txBody>
        </p:sp>
        <p:sp>
          <p:nvSpPr>
            <p:cNvPr id="305" name="Rechteck 304">
              <a:extLst>
                <a:ext uri="{FF2B5EF4-FFF2-40B4-BE49-F238E27FC236}">
                  <a16:creationId xmlns:a16="http://schemas.microsoft.com/office/drawing/2014/main" id="{47ABF8EA-3385-446E-83E3-B0D64469FAAE}"/>
                </a:ext>
              </a:extLst>
            </p:cNvPr>
            <p:cNvSpPr/>
            <p:nvPr/>
          </p:nvSpPr>
          <p:spPr>
            <a:xfrm rot="16200000">
              <a:off x="4546373" y="3679579"/>
              <a:ext cx="504000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WW5</a:t>
              </a:r>
            </a:p>
          </p:txBody>
        </p:sp>
        <p:cxnSp>
          <p:nvCxnSpPr>
            <p:cNvPr id="306" name="Gerader Verbinder 305">
              <a:extLst>
                <a:ext uri="{FF2B5EF4-FFF2-40B4-BE49-F238E27FC236}">
                  <a16:creationId xmlns:a16="http://schemas.microsoft.com/office/drawing/2014/main" id="{08641557-E35A-438F-9EFF-99E3B4B87801}"/>
                </a:ext>
              </a:extLst>
            </p:cNvPr>
            <p:cNvCxnSpPr>
              <a:cxnSpLocks/>
              <a:endCxn id="305" idx="1"/>
            </p:cNvCxnSpPr>
            <p:nvPr/>
          </p:nvCxnSpPr>
          <p:spPr>
            <a:xfrm rot="16200000">
              <a:off x="4715048" y="4135015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7" name="Textfeld 306">
              <a:extLst>
                <a:ext uri="{FF2B5EF4-FFF2-40B4-BE49-F238E27FC236}">
                  <a16:creationId xmlns:a16="http://schemas.microsoft.com/office/drawing/2014/main" id="{9230E6CC-84A0-4F5B-98CF-493653AA27E6}"/>
                </a:ext>
              </a:extLst>
            </p:cNvPr>
            <p:cNvSpPr txBox="1"/>
            <p:nvPr/>
          </p:nvSpPr>
          <p:spPr>
            <a:xfrm>
              <a:off x="4441592" y="4198389"/>
              <a:ext cx="2295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J</a:t>
              </a:r>
            </a:p>
          </p:txBody>
        </p:sp>
        <p:sp>
          <p:nvSpPr>
            <p:cNvPr id="308" name="Rechteck 307">
              <a:extLst>
                <a:ext uri="{FF2B5EF4-FFF2-40B4-BE49-F238E27FC236}">
                  <a16:creationId xmlns:a16="http://schemas.microsoft.com/office/drawing/2014/main" id="{F4B0894D-3215-421B-8E4E-8A8CF451BE35}"/>
                </a:ext>
              </a:extLst>
            </p:cNvPr>
            <p:cNvSpPr/>
            <p:nvPr/>
          </p:nvSpPr>
          <p:spPr>
            <a:xfrm rot="16200000">
              <a:off x="4786596" y="3679579"/>
              <a:ext cx="504000" cy="2402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KW4</a:t>
              </a:r>
            </a:p>
          </p:txBody>
        </p:sp>
        <p:cxnSp>
          <p:nvCxnSpPr>
            <p:cNvPr id="309" name="Gerader Verbinder 308">
              <a:extLst>
                <a:ext uri="{FF2B5EF4-FFF2-40B4-BE49-F238E27FC236}">
                  <a16:creationId xmlns:a16="http://schemas.microsoft.com/office/drawing/2014/main" id="{67786141-8B37-4ADA-8908-E911A6DA0886}"/>
                </a:ext>
              </a:extLst>
            </p:cNvPr>
            <p:cNvCxnSpPr>
              <a:cxnSpLocks/>
              <a:endCxn id="308" idx="1"/>
            </p:cNvCxnSpPr>
            <p:nvPr/>
          </p:nvCxnSpPr>
          <p:spPr>
            <a:xfrm rot="16200000">
              <a:off x="4955271" y="4135015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0" name="Textfeld 309">
              <a:extLst>
                <a:ext uri="{FF2B5EF4-FFF2-40B4-BE49-F238E27FC236}">
                  <a16:creationId xmlns:a16="http://schemas.microsoft.com/office/drawing/2014/main" id="{5288BFFD-5185-4AB8-8D1E-6B54D0B635D1}"/>
                </a:ext>
              </a:extLst>
            </p:cNvPr>
            <p:cNvSpPr txBox="1"/>
            <p:nvPr/>
          </p:nvSpPr>
          <p:spPr>
            <a:xfrm>
              <a:off x="4192965" y="4195173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K</a:t>
              </a:r>
            </a:p>
          </p:txBody>
        </p:sp>
        <p:sp>
          <p:nvSpPr>
            <p:cNvPr id="311" name="Rechteck 310">
              <a:extLst>
                <a:ext uri="{FF2B5EF4-FFF2-40B4-BE49-F238E27FC236}">
                  <a16:creationId xmlns:a16="http://schemas.microsoft.com/office/drawing/2014/main" id="{44FCEE7B-5768-4C9B-91B5-9A688D33DC8D}"/>
                </a:ext>
              </a:extLst>
            </p:cNvPr>
            <p:cNvSpPr/>
            <p:nvPr/>
          </p:nvSpPr>
          <p:spPr>
            <a:xfrm rot="16200000">
              <a:off x="5026820" y="3679579"/>
              <a:ext cx="504000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WW4</a:t>
              </a:r>
            </a:p>
          </p:txBody>
        </p:sp>
        <p:cxnSp>
          <p:nvCxnSpPr>
            <p:cNvPr id="312" name="Gerader Verbinder 311">
              <a:extLst>
                <a:ext uri="{FF2B5EF4-FFF2-40B4-BE49-F238E27FC236}">
                  <a16:creationId xmlns:a16="http://schemas.microsoft.com/office/drawing/2014/main" id="{E4DC211C-C7C7-4297-B396-E62032A7470F}"/>
                </a:ext>
              </a:extLst>
            </p:cNvPr>
            <p:cNvCxnSpPr>
              <a:cxnSpLocks/>
              <a:endCxn id="311" idx="1"/>
            </p:cNvCxnSpPr>
            <p:nvPr/>
          </p:nvCxnSpPr>
          <p:spPr>
            <a:xfrm rot="16200000">
              <a:off x="5195495" y="4135015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3" name="Textfeld 312">
              <a:extLst>
                <a:ext uri="{FF2B5EF4-FFF2-40B4-BE49-F238E27FC236}">
                  <a16:creationId xmlns:a16="http://schemas.microsoft.com/office/drawing/2014/main" id="{EAAB53A3-5EAE-45BA-9287-17DE2FF3B7B7}"/>
                </a:ext>
              </a:extLst>
            </p:cNvPr>
            <p:cNvSpPr txBox="1"/>
            <p:nvPr/>
          </p:nvSpPr>
          <p:spPr>
            <a:xfrm>
              <a:off x="3961991" y="4197578"/>
              <a:ext cx="24397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L</a:t>
              </a:r>
            </a:p>
          </p:txBody>
        </p:sp>
      </p:grpSp>
      <p:grpSp>
        <p:nvGrpSpPr>
          <p:cNvPr id="527" name="Gruppieren 526">
            <a:extLst>
              <a:ext uri="{FF2B5EF4-FFF2-40B4-BE49-F238E27FC236}">
                <a16:creationId xmlns:a16="http://schemas.microsoft.com/office/drawing/2014/main" id="{94F2C983-1026-4A5A-8E44-ABFB268A1491}"/>
              </a:ext>
            </a:extLst>
          </p:cNvPr>
          <p:cNvGrpSpPr/>
          <p:nvPr/>
        </p:nvGrpSpPr>
        <p:grpSpPr>
          <a:xfrm>
            <a:off x="5645332" y="2617365"/>
            <a:ext cx="1466001" cy="1844977"/>
            <a:chOff x="5645332" y="2617365"/>
            <a:chExt cx="1466001" cy="1844977"/>
          </a:xfrm>
        </p:grpSpPr>
        <p:sp>
          <p:nvSpPr>
            <p:cNvPr id="344" name="Rechteck 343">
              <a:extLst>
                <a:ext uri="{FF2B5EF4-FFF2-40B4-BE49-F238E27FC236}">
                  <a16:creationId xmlns:a16="http://schemas.microsoft.com/office/drawing/2014/main" id="{C232D419-BD68-4E96-B46F-72C6B03BD54A}"/>
                </a:ext>
              </a:extLst>
            </p:cNvPr>
            <p:cNvSpPr/>
            <p:nvPr/>
          </p:nvSpPr>
          <p:spPr>
            <a:xfrm rot="16200000">
              <a:off x="5515059" y="2749254"/>
              <a:ext cx="504000" cy="2402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KW3</a:t>
              </a:r>
            </a:p>
          </p:txBody>
        </p:sp>
        <p:cxnSp>
          <p:nvCxnSpPr>
            <p:cNvPr id="345" name="Gerader Verbinder 344">
              <a:extLst>
                <a:ext uri="{FF2B5EF4-FFF2-40B4-BE49-F238E27FC236}">
                  <a16:creationId xmlns:a16="http://schemas.microsoft.com/office/drawing/2014/main" id="{D642221C-8C5F-42BF-9372-657E42CE4480}"/>
                </a:ext>
              </a:extLst>
            </p:cNvPr>
            <p:cNvCxnSpPr>
              <a:cxnSpLocks/>
              <a:endCxn id="344" idx="1"/>
            </p:cNvCxnSpPr>
            <p:nvPr/>
          </p:nvCxnSpPr>
          <p:spPr>
            <a:xfrm rot="16200000">
              <a:off x="5682831" y="3203786"/>
              <a:ext cx="166648" cy="1807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6" name="Textfeld 345">
              <a:extLst>
                <a:ext uri="{FF2B5EF4-FFF2-40B4-BE49-F238E27FC236}">
                  <a16:creationId xmlns:a16="http://schemas.microsoft.com/office/drawing/2014/main" id="{1736F9E1-A0C0-4FB8-8BD1-91B4FE7B664A}"/>
                </a:ext>
              </a:extLst>
            </p:cNvPr>
            <p:cNvSpPr txBox="1"/>
            <p:nvPr/>
          </p:nvSpPr>
          <p:spPr>
            <a:xfrm>
              <a:off x="6837367" y="3258435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347" name="Rechteck 346">
              <a:extLst>
                <a:ext uri="{FF2B5EF4-FFF2-40B4-BE49-F238E27FC236}">
                  <a16:creationId xmlns:a16="http://schemas.microsoft.com/office/drawing/2014/main" id="{A6A82449-1131-4154-81EE-ED638B6C1115}"/>
                </a:ext>
              </a:extLst>
            </p:cNvPr>
            <p:cNvSpPr/>
            <p:nvPr/>
          </p:nvSpPr>
          <p:spPr>
            <a:xfrm rot="16200000">
              <a:off x="5755283" y="2749254"/>
              <a:ext cx="504000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WW3</a:t>
              </a:r>
            </a:p>
          </p:txBody>
        </p:sp>
        <p:cxnSp>
          <p:nvCxnSpPr>
            <p:cNvPr id="348" name="Gerader Verbinder 347">
              <a:extLst>
                <a:ext uri="{FF2B5EF4-FFF2-40B4-BE49-F238E27FC236}">
                  <a16:creationId xmlns:a16="http://schemas.microsoft.com/office/drawing/2014/main" id="{C47B4284-0AA5-4509-88A5-B8969E475CD8}"/>
                </a:ext>
              </a:extLst>
            </p:cNvPr>
            <p:cNvCxnSpPr>
              <a:cxnSpLocks/>
              <a:endCxn id="347" idx="1"/>
            </p:cNvCxnSpPr>
            <p:nvPr/>
          </p:nvCxnSpPr>
          <p:spPr>
            <a:xfrm rot="16200000">
              <a:off x="5923959" y="3204690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9" name="Textfeld 348">
              <a:extLst>
                <a:ext uri="{FF2B5EF4-FFF2-40B4-BE49-F238E27FC236}">
                  <a16:creationId xmlns:a16="http://schemas.microsoft.com/office/drawing/2014/main" id="{5E74C538-2A00-41B7-B427-56DD89C45780}"/>
                </a:ext>
              </a:extLst>
            </p:cNvPr>
            <p:cNvSpPr txBox="1"/>
            <p:nvPr/>
          </p:nvSpPr>
          <p:spPr>
            <a:xfrm>
              <a:off x="6601357" y="3260840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350" name="Rechteck 349">
              <a:extLst>
                <a:ext uri="{FF2B5EF4-FFF2-40B4-BE49-F238E27FC236}">
                  <a16:creationId xmlns:a16="http://schemas.microsoft.com/office/drawing/2014/main" id="{B3449CA4-DD7A-4026-AB38-1AAE3921AD3B}"/>
                </a:ext>
              </a:extLst>
            </p:cNvPr>
            <p:cNvSpPr/>
            <p:nvPr/>
          </p:nvSpPr>
          <p:spPr>
            <a:xfrm rot="16200000">
              <a:off x="5995506" y="2749253"/>
              <a:ext cx="504000" cy="2402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KW2</a:t>
              </a:r>
            </a:p>
          </p:txBody>
        </p:sp>
        <p:cxnSp>
          <p:nvCxnSpPr>
            <p:cNvPr id="351" name="Gerader Verbinder 350">
              <a:extLst>
                <a:ext uri="{FF2B5EF4-FFF2-40B4-BE49-F238E27FC236}">
                  <a16:creationId xmlns:a16="http://schemas.microsoft.com/office/drawing/2014/main" id="{BF822C16-1E37-45D6-B7DC-D6BFA6BD6866}"/>
                </a:ext>
              </a:extLst>
            </p:cNvPr>
            <p:cNvCxnSpPr>
              <a:cxnSpLocks/>
              <a:endCxn id="350" idx="1"/>
            </p:cNvCxnSpPr>
            <p:nvPr/>
          </p:nvCxnSpPr>
          <p:spPr>
            <a:xfrm rot="16200000">
              <a:off x="6164181" y="3204689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2" name="Textfeld 351">
              <a:extLst>
                <a:ext uri="{FF2B5EF4-FFF2-40B4-BE49-F238E27FC236}">
                  <a16:creationId xmlns:a16="http://schemas.microsoft.com/office/drawing/2014/main" id="{5381AEA6-1E64-4B35-9CB0-A89C4A47C7B5}"/>
                </a:ext>
              </a:extLst>
            </p:cNvPr>
            <p:cNvSpPr txBox="1"/>
            <p:nvPr/>
          </p:nvSpPr>
          <p:spPr>
            <a:xfrm>
              <a:off x="6353049" y="3261641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353" name="Rechteck 352">
              <a:extLst>
                <a:ext uri="{FF2B5EF4-FFF2-40B4-BE49-F238E27FC236}">
                  <a16:creationId xmlns:a16="http://schemas.microsoft.com/office/drawing/2014/main" id="{8B457620-ECFB-497A-B6A1-D7ECBF966249}"/>
                </a:ext>
              </a:extLst>
            </p:cNvPr>
            <p:cNvSpPr/>
            <p:nvPr/>
          </p:nvSpPr>
          <p:spPr>
            <a:xfrm rot="16200000">
              <a:off x="6235730" y="2749253"/>
              <a:ext cx="504000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WW2</a:t>
              </a:r>
            </a:p>
          </p:txBody>
        </p:sp>
        <p:cxnSp>
          <p:nvCxnSpPr>
            <p:cNvPr id="354" name="Gerader Verbinder 353">
              <a:extLst>
                <a:ext uri="{FF2B5EF4-FFF2-40B4-BE49-F238E27FC236}">
                  <a16:creationId xmlns:a16="http://schemas.microsoft.com/office/drawing/2014/main" id="{BB7CECBC-988C-4FBC-9454-298AD1BE19B4}"/>
                </a:ext>
              </a:extLst>
            </p:cNvPr>
            <p:cNvCxnSpPr>
              <a:cxnSpLocks/>
              <a:endCxn id="353" idx="1"/>
            </p:cNvCxnSpPr>
            <p:nvPr/>
          </p:nvCxnSpPr>
          <p:spPr>
            <a:xfrm rot="16200000">
              <a:off x="6404405" y="3204689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5" name="Textfeld 354">
              <a:extLst>
                <a:ext uri="{FF2B5EF4-FFF2-40B4-BE49-F238E27FC236}">
                  <a16:creationId xmlns:a16="http://schemas.microsoft.com/office/drawing/2014/main" id="{70E1AFD1-048A-49A0-879A-60B0C4928EBF}"/>
                </a:ext>
              </a:extLst>
            </p:cNvPr>
            <p:cNvSpPr txBox="1"/>
            <p:nvPr/>
          </p:nvSpPr>
          <p:spPr>
            <a:xfrm>
              <a:off x="6112901" y="3262047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356" name="Rechteck 355">
              <a:extLst>
                <a:ext uri="{FF2B5EF4-FFF2-40B4-BE49-F238E27FC236}">
                  <a16:creationId xmlns:a16="http://schemas.microsoft.com/office/drawing/2014/main" id="{BFCD3E50-82AD-4607-96AA-EDE0846AED70}"/>
                </a:ext>
              </a:extLst>
            </p:cNvPr>
            <p:cNvSpPr/>
            <p:nvPr/>
          </p:nvSpPr>
          <p:spPr>
            <a:xfrm rot="16200000">
              <a:off x="6475953" y="2749253"/>
              <a:ext cx="504000" cy="2402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KW1</a:t>
              </a:r>
            </a:p>
          </p:txBody>
        </p:sp>
        <p:cxnSp>
          <p:nvCxnSpPr>
            <p:cNvPr id="357" name="Gerader Verbinder 356">
              <a:extLst>
                <a:ext uri="{FF2B5EF4-FFF2-40B4-BE49-F238E27FC236}">
                  <a16:creationId xmlns:a16="http://schemas.microsoft.com/office/drawing/2014/main" id="{22CD257C-8E8E-4908-B7DD-328DA7037875}"/>
                </a:ext>
              </a:extLst>
            </p:cNvPr>
            <p:cNvCxnSpPr>
              <a:cxnSpLocks/>
              <a:endCxn id="356" idx="1"/>
            </p:cNvCxnSpPr>
            <p:nvPr/>
          </p:nvCxnSpPr>
          <p:spPr>
            <a:xfrm rot="16200000">
              <a:off x="6644628" y="3204689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8" name="Textfeld 357">
              <a:extLst>
                <a:ext uri="{FF2B5EF4-FFF2-40B4-BE49-F238E27FC236}">
                  <a16:creationId xmlns:a16="http://schemas.microsoft.com/office/drawing/2014/main" id="{A32A4D4A-35B4-4318-BEF4-49CA8EFBA59A}"/>
                </a:ext>
              </a:extLst>
            </p:cNvPr>
            <p:cNvSpPr txBox="1"/>
            <p:nvPr/>
          </p:nvSpPr>
          <p:spPr>
            <a:xfrm>
              <a:off x="5882322" y="3264847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359" name="Rechteck 358">
              <a:extLst>
                <a:ext uri="{FF2B5EF4-FFF2-40B4-BE49-F238E27FC236}">
                  <a16:creationId xmlns:a16="http://schemas.microsoft.com/office/drawing/2014/main" id="{739FA083-7787-4B3C-977C-2D80AC22D8E9}"/>
                </a:ext>
              </a:extLst>
            </p:cNvPr>
            <p:cNvSpPr/>
            <p:nvPr/>
          </p:nvSpPr>
          <p:spPr>
            <a:xfrm rot="16200000">
              <a:off x="6716177" y="2749253"/>
              <a:ext cx="504000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WW1</a:t>
              </a:r>
            </a:p>
          </p:txBody>
        </p:sp>
        <p:cxnSp>
          <p:nvCxnSpPr>
            <p:cNvPr id="360" name="Gerader Verbinder 359">
              <a:extLst>
                <a:ext uri="{FF2B5EF4-FFF2-40B4-BE49-F238E27FC236}">
                  <a16:creationId xmlns:a16="http://schemas.microsoft.com/office/drawing/2014/main" id="{EB6543D7-629E-4713-A64D-80621B67BFCF}"/>
                </a:ext>
              </a:extLst>
            </p:cNvPr>
            <p:cNvCxnSpPr>
              <a:cxnSpLocks/>
              <a:endCxn id="359" idx="1"/>
            </p:cNvCxnSpPr>
            <p:nvPr/>
          </p:nvCxnSpPr>
          <p:spPr>
            <a:xfrm rot="16200000">
              <a:off x="6884852" y="3204689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1" name="Textfeld 360">
              <a:extLst>
                <a:ext uri="{FF2B5EF4-FFF2-40B4-BE49-F238E27FC236}">
                  <a16:creationId xmlns:a16="http://schemas.microsoft.com/office/drawing/2014/main" id="{72982189-D26E-4CDD-A651-4A80E78B5D5E}"/>
                </a:ext>
              </a:extLst>
            </p:cNvPr>
            <p:cNvSpPr txBox="1"/>
            <p:nvPr/>
          </p:nvSpPr>
          <p:spPr>
            <a:xfrm>
              <a:off x="5645332" y="3267252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362" name="Rechteck 361">
              <a:extLst>
                <a:ext uri="{FF2B5EF4-FFF2-40B4-BE49-F238E27FC236}">
                  <a16:creationId xmlns:a16="http://schemas.microsoft.com/office/drawing/2014/main" id="{FDFC1516-5252-45E3-AE1D-612AA4B61A38}"/>
                </a:ext>
              </a:extLst>
            </p:cNvPr>
            <p:cNvSpPr/>
            <p:nvPr/>
          </p:nvSpPr>
          <p:spPr>
            <a:xfrm rot="16200000">
              <a:off x="5514591" y="3681923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EK4</a:t>
              </a:r>
            </a:p>
          </p:txBody>
        </p:sp>
        <p:cxnSp>
          <p:nvCxnSpPr>
            <p:cNvPr id="363" name="Gerader Verbinder 362">
              <a:extLst>
                <a:ext uri="{FF2B5EF4-FFF2-40B4-BE49-F238E27FC236}">
                  <a16:creationId xmlns:a16="http://schemas.microsoft.com/office/drawing/2014/main" id="{93B2EB21-6BA1-4F7F-81A8-1BB759C253D1}"/>
                </a:ext>
              </a:extLst>
            </p:cNvPr>
            <p:cNvCxnSpPr>
              <a:cxnSpLocks/>
              <a:endCxn id="362" idx="1"/>
            </p:cNvCxnSpPr>
            <p:nvPr/>
          </p:nvCxnSpPr>
          <p:spPr>
            <a:xfrm rot="16200000">
              <a:off x="5682363" y="4136455"/>
              <a:ext cx="166648" cy="1807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4" name="Textfeld 363">
              <a:extLst>
                <a:ext uri="{FF2B5EF4-FFF2-40B4-BE49-F238E27FC236}">
                  <a16:creationId xmlns:a16="http://schemas.microsoft.com/office/drawing/2014/main" id="{C7EA600C-E65F-476F-A69E-DEE5F8656B6E}"/>
                </a:ext>
              </a:extLst>
            </p:cNvPr>
            <p:cNvSpPr txBox="1"/>
            <p:nvPr/>
          </p:nvSpPr>
          <p:spPr>
            <a:xfrm>
              <a:off x="6836899" y="4191104"/>
              <a:ext cx="2744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G</a:t>
              </a:r>
            </a:p>
          </p:txBody>
        </p:sp>
        <p:sp>
          <p:nvSpPr>
            <p:cNvPr id="365" name="Rechteck 364">
              <a:extLst>
                <a:ext uri="{FF2B5EF4-FFF2-40B4-BE49-F238E27FC236}">
                  <a16:creationId xmlns:a16="http://schemas.microsoft.com/office/drawing/2014/main" id="{5E105612-AD8F-4987-8570-60D0D8EC9E92}"/>
                </a:ext>
              </a:extLst>
            </p:cNvPr>
            <p:cNvSpPr/>
            <p:nvPr/>
          </p:nvSpPr>
          <p:spPr>
            <a:xfrm rot="16200000">
              <a:off x="5754815" y="3681923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EK3</a:t>
              </a:r>
            </a:p>
          </p:txBody>
        </p:sp>
        <p:cxnSp>
          <p:nvCxnSpPr>
            <p:cNvPr id="366" name="Gerader Verbinder 365">
              <a:extLst>
                <a:ext uri="{FF2B5EF4-FFF2-40B4-BE49-F238E27FC236}">
                  <a16:creationId xmlns:a16="http://schemas.microsoft.com/office/drawing/2014/main" id="{0D8B07B0-A763-4154-A171-F935A58F22FA}"/>
                </a:ext>
              </a:extLst>
            </p:cNvPr>
            <p:cNvCxnSpPr>
              <a:cxnSpLocks/>
              <a:endCxn id="365" idx="1"/>
            </p:cNvCxnSpPr>
            <p:nvPr/>
          </p:nvCxnSpPr>
          <p:spPr>
            <a:xfrm rot="16200000">
              <a:off x="5923491" y="4137359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7" name="Textfeld 366">
              <a:extLst>
                <a:ext uri="{FF2B5EF4-FFF2-40B4-BE49-F238E27FC236}">
                  <a16:creationId xmlns:a16="http://schemas.microsoft.com/office/drawing/2014/main" id="{C1C4EE0C-9619-4350-A335-CAF2768EAC3C}"/>
                </a:ext>
              </a:extLst>
            </p:cNvPr>
            <p:cNvSpPr txBox="1"/>
            <p:nvPr/>
          </p:nvSpPr>
          <p:spPr>
            <a:xfrm>
              <a:off x="6594873" y="4193509"/>
              <a:ext cx="2728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H</a:t>
              </a:r>
            </a:p>
          </p:txBody>
        </p:sp>
        <p:sp>
          <p:nvSpPr>
            <p:cNvPr id="368" name="Rechteck 367">
              <a:extLst>
                <a:ext uri="{FF2B5EF4-FFF2-40B4-BE49-F238E27FC236}">
                  <a16:creationId xmlns:a16="http://schemas.microsoft.com/office/drawing/2014/main" id="{BFA6C094-B8E0-4CA5-9B7A-91B571128782}"/>
                </a:ext>
              </a:extLst>
            </p:cNvPr>
            <p:cNvSpPr/>
            <p:nvPr/>
          </p:nvSpPr>
          <p:spPr>
            <a:xfrm rot="16200000">
              <a:off x="5995038" y="3681922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EK2</a:t>
              </a:r>
            </a:p>
          </p:txBody>
        </p:sp>
        <p:cxnSp>
          <p:nvCxnSpPr>
            <p:cNvPr id="369" name="Gerader Verbinder 368">
              <a:extLst>
                <a:ext uri="{FF2B5EF4-FFF2-40B4-BE49-F238E27FC236}">
                  <a16:creationId xmlns:a16="http://schemas.microsoft.com/office/drawing/2014/main" id="{B6226C9A-8728-42FA-8434-2366866B74E1}"/>
                </a:ext>
              </a:extLst>
            </p:cNvPr>
            <p:cNvCxnSpPr>
              <a:cxnSpLocks/>
              <a:endCxn id="368" idx="1"/>
            </p:cNvCxnSpPr>
            <p:nvPr/>
          </p:nvCxnSpPr>
          <p:spPr>
            <a:xfrm rot="16200000">
              <a:off x="6163713" y="4137358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0" name="Textfeld 369">
              <a:extLst>
                <a:ext uri="{FF2B5EF4-FFF2-40B4-BE49-F238E27FC236}">
                  <a16:creationId xmlns:a16="http://schemas.microsoft.com/office/drawing/2014/main" id="{F9FFAC73-5A6D-4C2F-A790-415E78D69488}"/>
                </a:ext>
              </a:extLst>
            </p:cNvPr>
            <p:cNvSpPr txBox="1"/>
            <p:nvPr/>
          </p:nvSpPr>
          <p:spPr>
            <a:xfrm>
              <a:off x="6376645" y="4194310"/>
              <a:ext cx="2199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I</a:t>
              </a:r>
            </a:p>
          </p:txBody>
        </p:sp>
        <p:sp>
          <p:nvSpPr>
            <p:cNvPr id="371" name="Rechteck 370">
              <a:extLst>
                <a:ext uri="{FF2B5EF4-FFF2-40B4-BE49-F238E27FC236}">
                  <a16:creationId xmlns:a16="http://schemas.microsoft.com/office/drawing/2014/main" id="{7F0B35CA-7394-4CF0-90C2-85CE425A6A90}"/>
                </a:ext>
              </a:extLst>
            </p:cNvPr>
            <p:cNvSpPr/>
            <p:nvPr/>
          </p:nvSpPr>
          <p:spPr>
            <a:xfrm rot="16200000">
              <a:off x="6235262" y="3681922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</a:t>
              </a:r>
            </a:p>
          </p:txBody>
        </p:sp>
        <p:cxnSp>
          <p:nvCxnSpPr>
            <p:cNvPr id="372" name="Gerader Verbinder 371">
              <a:extLst>
                <a:ext uri="{FF2B5EF4-FFF2-40B4-BE49-F238E27FC236}">
                  <a16:creationId xmlns:a16="http://schemas.microsoft.com/office/drawing/2014/main" id="{44393675-A32D-4007-B9C6-739FA8DDDAAE}"/>
                </a:ext>
              </a:extLst>
            </p:cNvPr>
            <p:cNvCxnSpPr>
              <a:cxnSpLocks/>
              <a:endCxn id="371" idx="1"/>
            </p:cNvCxnSpPr>
            <p:nvPr/>
          </p:nvCxnSpPr>
          <p:spPr>
            <a:xfrm rot="16200000">
              <a:off x="6403937" y="4137358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3" name="Textfeld 372">
              <a:extLst>
                <a:ext uri="{FF2B5EF4-FFF2-40B4-BE49-F238E27FC236}">
                  <a16:creationId xmlns:a16="http://schemas.microsoft.com/office/drawing/2014/main" id="{CE1E9D30-4C10-4291-949A-65A09CCB7D50}"/>
                </a:ext>
              </a:extLst>
            </p:cNvPr>
            <p:cNvSpPr txBox="1"/>
            <p:nvPr/>
          </p:nvSpPr>
          <p:spPr>
            <a:xfrm>
              <a:off x="6130481" y="4200732"/>
              <a:ext cx="2295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J</a:t>
              </a:r>
            </a:p>
          </p:txBody>
        </p:sp>
        <p:sp>
          <p:nvSpPr>
            <p:cNvPr id="374" name="Rechteck 373">
              <a:extLst>
                <a:ext uri="{FF2B5EF4-FFF2-40B4-BE49-F238E27FC236}">
                  <a16:creationId xmlns:a16="http://schemas.microsoft.com/office/drawing/2014/main" id="{FA92CB70-B875-4083-9C97-9F1B5CEACBD9}"/>
                </a:ext>
              </a:extLst>
            </p:cNvPr>
            <p:cNvSpPr/>
            <p:nvPr/>
          </p:nvSpPr>
          <p:spPr>
            <a:xfrm rot="16200000">
              <a:off x="6475485" y="3681922"/>
              <a:ext cx="504000" cy="2402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KW4</a:t>
              </a:r>
            </a:p>
          </p:txBody>
        </p:sp>
        <p:cxnSp>
          <p:nvCxnSpPr>
            <p:cNvPr id="375" name="Gerader Verbinder 374">
              <a:extLst>
                <a:ext uri="{FF2B5EF4-FFF2-40B4-BE49-F238E27FC236}">
                  <a16:creationId xmlns:a16="http://schemas.microsoft.com/office/drawing/2014/main" id="{CB974EC5-FAC5-41EB-88DC-797699C6F8B5}"/>
                </a:ext>
              </a:extLst>
            </p:cNvPr>
            <p:cNvCxnSpPr>
              <a:cxnSpLocks/>
              <a:endCxn id="374" idx="1"/>
            </p:cNvCxnSpPr>
            <p:nvPr/>
          </p:nvCxnSpPr>
          <p:spPr>
            <a:xfrm rot="16200000">
              <a:off x="6644160" y="4137358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6" name="Textfeld 375">
              <a:extLst>
                <a:ext uri="{FF2B5EF4-FFF2-40B4-BE49-F238E27FC236}">
                  <a16:creationId xmlns:a16="http://schemas.microsoft.com/office/drawing/2014/main" id="{B51C5A91-FC4E-4B4C-BC14-DA759A374489}"/>
                </a:ext>
              </a:extLst>
            </p:cNvPr>
            <p:cNvSpPr txBox="1"/>
            <p:nvPr/>
          </p:nvSpPr>
          <p:spPr>
            <a:xfrm>
              <a:off x="5881854" y="4197516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K</a:t>
              </a:r>
            </a:p>
          </p:txBody>
        </p:sp>
        <p:sp>
          <p:nvSpPr>
            <p:cNvPr id="377" name="Rechteck 376">
              <a:extLst>
                <a:ext uri="{FF2B5EF4-FFF2-40B4-BE49-F238E27FC236}">
                  <a16:creationId xmlns:a16="http://schemas.microsoft.com/office/drawing/2014/main" id="{A8E02F51-CE10-41A2-A82A-069E16FAF7E4}"/>
                </a:ext>
              </a:extLst>
            </p:cNvPr>
            <p:cNvSpPr/>
            <p:nvPr/>
          </p:nvSpPr>
          <p:spPr>
            <a:xfrm rot="16200000">
              <a:off x="6715709" y="3681922"/>
              <a:ext cx="504000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WW4</a:t>
              </a:r>
            </a:p>
          </p:txBody>
        </p:sp>
        <p:cxnSp>
          <p:nvCxnSpPr>
            <p:cNvPr id="378" name="Gerader Verbinder 377">
              <a:extLst>
                <a:ext uri="{FF2B5EF4-FFF2-40B4-BE49-F238E27FC236}">
                  <a16:creationId xmlns:a16="http://schemas.microsoft.com/office/drawing/2014/main" id="{04654602-E74A-4032-B360-AECC4ADCC3BF}"/>
                </a:ext>
              </a:extLst>
            </p:cNvPr>
            <p:cNvCxnSpPr>
              <a:cxnSpLocks/>
              <a:endCxn id="377" idx="1"/>
            </p:cNvCxnSpPr>
            <p:nvPr/>
          </p:nvCxnSpPr>
          <p:spPr>
            <a:xfrm rot="16200000">
              <a:off x="6884384" y="4137358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9" name="Textfeld 378">
              <a:extLst>
                <a:ext uri="{FF2B5EF4-FFF2-40B4-BE49-F238E27FC236}">
                  <a16:creationId xmlns:a16="http://schemas.microsoft.com/office/drawing/2014/main" id="{59E7CA8D-4048-40A9-98CB-41D1A5841FF0}"/>
                </a:ext>
              </a:extLst>
            </p:cNvPr>
            <p:cNvSpPr txBox="1"/>
            <p:nvPr/>
          </p:nvSpPr>
          <p:spPr>
            <a:xfrm>
              <a:off x="5650880" y="4199921"/>
              <a:ext cx="24397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L</a:t>
              </a:r>
            </a:p>
          </p:txBody>
        </p:sp>
      </p:grpSp>
      <p:grpSp>
        <p:nvGrpSpPr>
          <p:cNvPr id="528" name="Gruppieren 527">
            <a:extLst>
              <a:ext uri="{FF2B5EF4-FFF2-40B4-BE49-F238E27FC236}">
                <a16:creationId xmlns:a16="http://schemas.microsoft.com/office/drawing/2014/main" id="{1D368E04-9245-40E1-8460-9D28ADE476D5}"/>
              </a:ext>
            </a:extLst>
          </p:cNvPr>
          <p:cNvGrpSpPr/>
          <p:nvPr/>
        </p:nvGrpSpPr>
        <p:grpSpPr>
          <a:xfrm>
            <a:off x="7348382" y="2615021"/>
            <a:ext cx="1466001" cy="1844977"/>
            <a:chOff x="7348382" y="2615021"/>
            <a:chExt cx="1466001" cy="1844977"/>
          </a:xfrm>
        </p:grpSpPr>
        <p:sp>
          <p:nvSpPr>
            <p:cNvPr id="380" name="Rechteck 379">
              <a:extLst>
                <a:ext uri="{FF2B5EF4-FFF2-40B4-BE49-F238E27FC236}">
                  <a16:creationId xmlns:a16="http://schemas.microsoft.com/office/drawing/2014/main" id="{AD191B91-12AC-4E64-AC5D-8B4E51F442F2}"/>
                </a:ext>
              </a:extLst>
            </p:cNvPr>
            <p:cNvSpPr/>
            <p:nvPr/>
          </p:nvSpPr>
          <p:spPr>
            <a:xfrm rot="16200000">
              <a:off x="7218109" y="2746910"/>
              <a:ext cx="504000" cy="2402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B2</a:t>
              </a:r>
            </a:p>
          </p:txBody>
        </p:sp>
        <p:cxnSp>
          <p:nvCxnSpPr>
            <p:cNvPr id="381" name="Gerader Verbinder 380">
              <a:extLst>
                <a:ext uri="{FF2B5EF4-FFF2-40B4-BE49-F238E27FC236}">
                  <a16:creationId xmlns:a16="http://schemas.microsoft.com/office/drawing/2014/main" id="{1A227DEC-71FF-4437-A419-C9CCC4B8D9FE}"/>
                </a:ext>
              </a:extLst>
            </p:cNvPr>
            <p:cNvCxnSpPr>
              <a:cxnSpLocks/>
              <a:endCxn id="380" idx="1"/>
            </p:cNvCxnSpPr>
            <p:nvPr/>
          </p:nvCxnSpPr>
          <p:spPr>
            <a:xfrm rot="16200000">
              <a:off x="7385881" y="3201442"/>
              <a:ext cx="166648" cy="1807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2" name="Textfeld 381">
              <a:extLst>
                <a:ext uri="{FF2B5EF4-FFF2-40B4-BE49-F238E27FC236}">
                  <a16:creationId xmlns:a16="http://schemas.microsoft.com/office/drawing/2014/main" id="{22EDA69D-68CF-418B-B379-C3FFA244F76B}"/>
                </a:ext>
              </a:extLst>
            </p:cNvPr>
            <p:cNvSpPr txBox="1"/>
            <p:nvPr/>
          </p:nvSpPr>
          <p:spPr>
            <a:xfrm>
              <a:off x="8540417" y="3256091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383" name="Rechteck 382">
              <a:extLst>
                <a:ext uri="{FF2B5EF4-FFF2-40B4-BE49-F238E27FC236}">
                  <a16:creationId xmlns:a16="http://schemas.microsoft.com/office/drawing/2014/main" id="{73C86B1D-0BDE-4A1C-BBEC-D42438BF237B}"/>
                </a:ext>
              </a:extLst>
            </p:cNvPr>
            <p:cNvSpPr/>
            <p:nvPr/>
          </p:nvSpPr>
          <p:spPr>
            <a:xfrm rot="16200000">
              <a:off x="7458333" y="2746910"/>
              <a:ext cx="504000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G2</a:t>
              </a:r>
            </a:p>
          </p:txBody>
        </p:sp>
        <p:cxnSp>
          <p:nvCxnSpPr>
            <p:cNvPr id="384" name="Gerader Verbinder 383">
              <a:extLst>
                <a:ext uri="{FF2B5EF4-FFF2-40B4-BE49-F238E27FC236}">
                  <a16:creationId xmlns:a16="http://schemas.microsoft.com/office/drawing/2014/main" id="{799F95BC-44AB-4A07-8AEC-BB8D571FD3CA}"/>
                </a:ext>
              </a:extLst>
            </p:cNvPr>
            <p:cNvCxnSpPr>
              <a:cxnSpLocks/>
              <a:endCxn id="383" idx="1"/>
            </p:cNvCxnSpPr>
            <p:nvPr/>
          </p:nvCxnSpPr>
          <p:spPr>
            <a:xfrm rot="16200000">
              <a:off x="7627009" y="3202346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5" name="Textfeld 384">
              <a:extLst>
                <a:ext uri="{FF2B5EF4-FFF2-40B4-BE49-F238E27FC236}">
                  <a16:creationId xmlns:a16="http://schemas.microsoft.com/office/drawing/2014/main" id="{D147D29C-04EF-43F4-9B15-1E0E4A7DEFA3}"/>
                </a:ext>
              </a:extLst>
            </p:cNvPr>
            <p:cNvSpPr txBox="1"/>
            <p:nvPr/>
          </p:nvSpPr>
          <p:spPr>
            <a:xfrm>
              <a:off x="8304407" y="3258496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386" name="Rechteck 385">
              <a:extLst>
                <a:ext uri="{FF2B5EF4-FFF2-40B4-BE49-F238E27FC236}">
                  <a16:creationId xmlns:a16="http://schemas.microsoft.com/office/drawing/2014/main" id="{D8D94B52-4CB4-4022-9DE1-D6CABDAAC6BE}"/>
                </a:ext>
              </a:extLst>
            </p:cNvPr>
            <p:cNvSpPr/>
            <p:nvPr/>
          </p:nvSpPr>
          <p:spPr>
            <a:xfrm rot="16200000">
              <a:off x="7698556" y="2746909"/>
              <a:ext cx="504000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R2</a:t>
              </a:r>
            </a:p>
          </p:txBody>
        </p:sp>
        <p:cxnSp>
          <p:nvCxnSpPr>
            <p:cNvPr id="387" name="Gerader Verbinder 386">
              <a:extLst>
                <a:ext uri="{FF2B5EF4-FFF2-40B4-BE49-F238E27FC236}">
                  <a16:creationId xmlns:a16="http://schemas.microsoft.com/office/drawing/2014/main" id="{BABBD43C-B830-472E-81BD-BA7EE71007BD}"/>
                </a:ext>
              </a:extLst>
            </p:cNvPr>
            <p:cNvCxnSpPr>
              <a:cxnSpLocks/>
              <a:endCxn id="386" idx="1"/>
            </p:cNvCxnSpPr>
            <p:nvPr/>
          </p:nvCxnSpPr>
          <p:spPr>
            <a:xfrm rot="16200000">
              <a:off x="7867231" y="3202345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8" name="Textfeld 387">
              <a:extLst>
                <a:ext uri="{FF2B5EF4-FFF2-40B4-BE49-F238E27FC236}">
                  <a16:creationId xmlns:a16="http://schemas.microsoft.com/office/drawing/2014/main" id="{89A56A8D-BCA2-41F3-A021-E2FF60D3C94E}"/>
                </a:ext>
              </a:extLst>
            </p:cNvPr>
            <p:cNvSpPr txBox="1"/>
            <p:nvPr/>
          </p:nvSpPr>
          <p:spPr>
            <a:xfrm>
              <a:off x="8056099" y="3259297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389" name="Rechteck 388">
              <a:extLst>
                <a:ext uri="{FF2B5EF4-FFF2-40B4-BE49-F238E27FC236}">
                  <a16:creationId xmlns:a16="http://schemas.microsoft.com/office/drawing/2014/main" id="{A2D905FA-2835-4727-92CA-C37415F15881}"/>
                </a:ext>
              </a:extLst>
            </p:cNvPr>
            <p:cNvSpPr/>
            <p:nvPr/>
          </p:nvSpPr>
          <p:spPr>
            <a:xfrm rot="16200000">
              <a:off x="7938780" y="2746909"/>
              <a:ext cx="504000" cy="2402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B1</a:t>
              </a:r>
            </a:p>
          </p:txBody>
        </p:sp>
        <p:cxnSp>
          <p:nvCxnSpPr>
            <p:cNvPr id="390" name="Gerader Verbinder 389">
              <a:extLst>
                <a:ext uri="{FF2B5EF4-FFF2-40B4-BE49-F238E27FC236}">
                  <a16:creationId xmlns:a16="http://schemas.microsoft.com/office/drawing/2014/main" id="{44122757-E0C6-4340-BD8F-BA20E1250380}"/>
                </a:ext>
              </a:extLst>
            </p:cNvPr>
            <p:cNvCxnSpPr>
              <a:cxnSpLocks/>
              <a:endCxn id="389" idx="1"/>
            </p:cNvCxnSpPr>
            <p:nvPr/>
          </p:nvCxnSpPr>
          <p:spPr>
            <a:xfrm rot="16200000">
              <a:off x="8107455" y="3202345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1" name="Textfeld 390">
              <a:extLst>
                <a:ext uri="{FF2B5EF4-FFF2-40B4-BE49-F238E27FC236}">
                  <a16:creationId xmlns:a16="http://schemas.microsoft.com/office/drawing/2014/main" id="{033378F9-3C63-4D9B-AA74-36533AACD59B}"/>
                </a:ext>
              </a:extLst>
            </p:cNvPr>
            <p:cNvSpPr txBox="1"/>
            <p:nvPr/>
          </p:nvSpPr>
          <p:spPr>
            <a:xfrm>
              <a:off x="7815951" y="3259703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392" name="Rechteck 391">
              <a:extLst>
                <a:ext uri="{FF2B5EF4-FFF2-40B4-BE49-F238E27FC236}">
                  <a16:creationId xmlns:a16="http://schemas.microsoft.com/office/drawing/2014/main" id="{152421CC-1B43-454D-949C-7F9C87150329}"/>
                </a:ext>
              </a:extLst>
            </p:cNvPr>
            <p:cNvSpPr/>
            <p:nvPr/>
          </p:nvSpPr>
          <p:spPr>
            <a:xfrm rot="16200000">
              <a:off x="8179003" y="2746909"/>
              <a:ext cx="504000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G1</a:t>
              </a:r>
            </a:p>
          </p:txBody>
        </p:sp>
        <p:cxnSp>
          <p:nvCxnSpPr>
            <p:cNvPr id="393" name="Gerader Verbinder 392">
              <a:extLst>
                <a:ext uri="{FF2B5EF4-FFF2-40B4-BE49-F238E27FC236}">
                  <a16:creationId xmlns:a16="http://schemas.microsoft.com/office/drawing/2014/main" id="{11D01EEF-DED0-4698-8282-18A376E406F8}"/>
                </a:ext>
              </a:extLst>
            </p:cNvPr>
            <p:cNvCxnSpPr>
              <a:cxnSpLocks/>
              <a:endCxn id="392" idx="1"/>
            </p:cNvCxnSpPr>
            <p:nvPr/>
          </p:nvCxnSpPr>
          <p:spPr>
            <a:xfrm rot="16200000">
              <a:off x="8347678" y="3202345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4" name="Textfeld 393">
              <a:extLst>
                <a:ext uri="{FF2B5EF4-FFF2-40B4-BE49-F238E27FC236}">
                  <a16:creationId xmlns:a16="http://schemas.microsoft.com/office/drawing/2014/main" id="{B8A54604-EE6B-46CC-B4D1-B046E58ED443}"/>
                </a:ext>
              </a:extLst>
            </p:cNvPr>
            <p:cNvSpPr txBox="1"/>
            <p:nvPr/>
          </p:nvSpPr>
          <p:spPr>
            <a:xfrm>
              <a:off x="7585372" y="3262503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395" name="Rechteck 394">
              <a:extLst>
                <a:ext uri="{FF2B5EF4-FFF2-40B4-BE49-F238E27FC236}">
                  <a16:creationId xmlns:a16="http://schemas.microsoft.com/office/drawing/2014/main" id="{4B10D74C-AD9C-4019-874F-FDA16A3EB10D}"/>
                </a:ext>
              </a:extLst>
            </p:cNvPr>
            <p:cNvSpPr/>
            <p:nvPr/>
          </p:nvSpPr>
          <p:spPr>
            <a:xfrm rot="16200000">
              <a:off x="8419227" y="2746909"/>
              <a:ext cx="504000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R1</a:t>
              </a:r>
            </a:p>
          </p:txBody>
        </p:sp>
        <p:cxnSp>
          <p:nvCxnSpPr>
            <p:cNvPr id="396" name="Gerader Verbinder 395">
              <a:extLst>
                <a:ext uri="{FF2B5EF4-FFF2-40B4-BE49-F238E27FC236}">
                  <a16:creationId xmlns:a16="http://schemas.microsoft.com/office/drawing/2014/main" id="{6AA5C611-E108-4274-8EE5-5C365A3AA80F}"/>
                </a:ext>
              </a:extLst>
            </p:cNvPr>
            <p:cNvCxnSpPr>
              <a:cxnSpLocks/>
              <a:endCxn id="395" idx="1"/>
            </p:cNvCxnSpPr>
            <p:nvPr/>
          </p:nvCxnSpPr>
          <p:spPr>
            <a:xfrm rot="16200000">
              <a:off x="8587902" y="3202345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7" name="Textfeld 396">
              <a:extLst>
                <a:ext uri="{FF2B5EF4-FFF2-40B4-BE49-F238E27FC236}">
                  <a16:creationId xmlns:a16="http://schemas.microsoft.com/office/drawing/2014/main" id="{B781DD2D-755D-4405-8866-6D86AE26EE6F}"/>
                </a:ext>
              </a:extLst>
            </p:cNvPr>
            <p:cNvSpPr txBox="1"/>
            <p:nvPr/>
          </p:nvSpPr>
          <p:spPr>
            <a:xfrm>
              <a:off x="7348382" y="3264908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398" name="Rechteck 397">
              <a:extLst>
                <a:ext uri="{FF2B5EF4-FFF2-40B4-BE49-F238E27FC236}">
                  <a16:creationId xmlns:a16="http://schemas.microsoft.com/office/drawing/2014/main" id="{C6464F47-596F-4C8A-8147-A2A6660CCFB3}"/>
                </a:ext>
              </a:extLst>
            </p:cNvPr>
            <p:cNvSpPr/>
            <p:nvPr/>
          </p:nvSpPr>
          <p:spPr>
            <a:xfrm rot="16200000">
              <a:off x="7217641" y="3679579"/>
              <a:ext cx="504000" cy="2402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B4</a:t>
              </a:r>
            </a:p>
          </p:txBody>
        </p:sp>
        <p:cxnSp>
          <p:nvCxnSpPr>
            <p:cNvPr id="399" name="Gerader Verbinder 398">
              <a:extLst>
                <a:ext uri="{FF2B5EF4-FFF2-40B4-BE49-F238E27FC236}">
                  <a16:creationId xmlns:a16="http://schemas.microsoft.com/office/drawing/2014/main" id="{E4BDAE79-07EB-4D8F-A63B-7C36154C87EE}"/>
                </a:ext>
              </a:extLst>
            </p:cNvPr>
            <p:cNvCxnSpPr>
              <a:cxnSpLocks/>
              <a:endCxn id="398" idx="1"/>
            </p:cNvCxnSpPr>
            <p:nvPr/>
          </p:nvCxnSpPr>
          <p:spPr>
            <a:xfrm rot="16200000">
              <a:off x="7385413" y="4134111"/>
              <a:ext cx="166648" cy="1807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0" name="Textfeld 399">
              <a:extLst>
                <a:ext uri="{FF2B5EF4-FFF2-40B4-BE49-F238E27FC236}">
                  <a16:creationId xmlns:a16="http://schemas.microsoft.com/office/drawing/2014/main" id="{7F88632A-0B00-4B57-88A3-45E2AB69389E}"/>
                </a:ext>
              </a:extLst>
            </p:cNvPr>
            <p:cNvSpPr txBox="1"/>
            <p:nvPr/>
          </p:nvSpPr>
          <p:spPr>
            <a:xfrm>
              <a:off x="8539949" y="4188760"/>
              <a:ext cx="2744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G</a:t>
              </a:r>
            </a:p>
          </p:txBody>
        </p:sp>
        <p:sp>
          <p:nvSpPr>
            <p:cNvPr id="401" name="Rechteck 400">
              <a:extLst>
                <a:ext uri="{FF2B5EF4-FFF2-40B4-BE49-F238E27FC236}">
                  <a16:creationId xmlns:a16="http://schemas.microsoft.com/office/drawing/2014/main" id="{18D4A37C-EAB6-4ACB-AFA3-3F42D1B9B84D}"/>
                </a:ext>
              </a:extLst>
            </p:cNvPr>
            <p:cNvSpPr/>
            <p:nvPr/>
          </p:nvSpPr>
          <p:spPr>
            <a:xfrm rot="16200000">
              <a:off x="7457865" y="3679579"/>
              <a:ext cx="504000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G4</a:t>
              </a:r>
            </a:p>
          </p:txBody>
        </p:sp>
        <p:cxnSp>
          <p:nvCxnSpPr>
            <p:cNvPr id="402" name="Gerader Verbinder 401">
              <a:extLst>
                <a:ext uri="{FF2B5EF4-FFF2-40B4-BE49-F238E27FC236}">
                  <a16:creationId xmlns:a16="http://schemas.microsoft.com/office/drawing/2014/main" id="{892D7259-169D-46AC-957A-77FBCBF1312A}"/>
                </a:ext>
              </a:extLst>
            </p:cNvPr>
            <p:cNvCxnSpPr>
              <a:cxnSpLocks/>
              <a:endCxn id="401" idx="1"/>
            </p:cNvCxnSpPr>
            <p:nvPr/>
          </p:nvCxnSpPr>
          <p:spPr>
            <a:xfrm rot="16200000">
              <a:off x="7626541" y="4135015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3" name="Textfeld 402">
              <a:extLst>
                <a:ext uri="{FF2B5EF4-FFF2-40B4-BE49-F238E27FC236}">
                  <a16:creationId xmlns:a16="http://schemas.microsoft.com/office/drawing/2014/main" id="{217FD847-D9D9-43B9-A3C8-62B3FFB2007B}"/>
                </a:ext>
              </a:extLst>
            </p:cNvPr>
            <p:cNvSpPr txBox="1"/>
            <p:nvPr/>
          </p:nvSpPr>
          <p:spPr>
            <a:xfrm>
              <a:off x="8297923" y="4191165"/>
              <a:ext cx="2728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H</a:t>
              </a:r>
            </a:p>
          </p:txBody>
        </p:sp>
        <p:sp>
          <p:nvSpPr>
            <p:cNvPr id="404" name="Rechteck 403">
              <a:extLst>
                <a:ext uri="{FF2B5EF4-FFF2-40B4-BE49-F238E27FC236}">
                  <a16:creationId xmlns:a16="http://schemas.microsoft.com/office/drawing/2014/main" id="{9A5A45E6-8805-4CB8-A2F9-F46AC9F0407D}"/>
                </a:ext>
              </a:extLst>
            </p:cNvPr>
            <p:cNvSpPr/>
            <p:nvPr/>
          </p:nvSpPr>
          <p:spPr>
            <a:xfrm rot="16200000">
              <a:off x="7698088" y="3679578"/>
              <a:ext cx="504000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R4</a:t>
              </a:r>
            </a:p>
          </p:txBody>
        </p:sp>
        <p:cxnSp>
          <p:nvCxnSpPr>
            <p:cNvPr id="405" name="Gerader Verbinder 404">
              <a:extLst>
                <a:ext uri="{FF2B5EF4-FFF2-40B4-BE49-F238E27FC236}">
                  <a16:creationId xmlns:a16="http://schemas.microsoft.com/office/drawing/2014/main" id="{5937AA00-4BC3-477F-A1C7-41762FC3C213}"/>
                </a:ext>
              </a:extLst>
            </p:cNvPr>
            <p:cNvCxnSpPr>
              <a:cxnSpLocks/>
              <a:endCxn id="404" idx="1"/>
            </p:cNvCxnSpPr>
            <p:nvPr/>
          </p:nvCxnSpPr>
          <p:spPr>
            <a:xfrm rot="16200000">
              <a:off x="7866763" y="4135014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6" name="Textfeld 405">
              <a:extLst>
                <a:ext uri="{FF2B5EF4-FFF2-40B4-BE49-F238E27FC236}">
                  <a16:creationId xmlns:a16="http://schemas.microsoft.com/office/drawing/2014/main" id="{20BB0960-E9EE-4086-A233-B52715370E3F}"/>
                </a:ext>
              </a:extLst>
            </p:cNvPr>
            <p:cNvSpPr txBox="1"/>
            <p:nvPr/>
          </p:nvSpPr>
          <p:spPr>
            <a:xfrm>
              <a:off x="8079695" y="4191966"/>
              <a:ext cx="2199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I</a:t>
              </a:r>
            </a:p>
          </p:txBody>
        </p:sp>
        <p:sp>
          <p:nvSpPr>
            <p:cNvPr id="407" name="Rechteck 406">
              <a:extLst>
                <a:ext uri="{FF2B5EF4-FFF2-40B4-BE49-F238E27FC236}">
                  <a16:creationId xmlns:a16="http://schemas.microsoft.com/office/drawing/2014/main" id="{E740C669-7C77-4C0D-BF55-29029E92C49F}"/>
                </a:ext>
              </a:extLst>
            </p:cNvPr>
            <p:cNvSpPr/>
            <p:nvPr/>
          </p:nvSpPr>
          <p:spPr>
            <a:xfrm rot="16200000">
              <a:off x="7938312" y="3679578"/>
              <a:ext cx="504000" cy="2402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B3</a:t>
              </a:r>
            </a:p>
          </p:txBody>
        </p:sp>
        <p:cxnSp>
          <p:nvCxnSpPr>
            <p:cNvPr id="408" name="Gerader Verbinder 407">
              <a:extLst>
                <a:ext uri="{FF2B5EF4-FFF2-40B4-BE49-F238E27FC236}">
                  <a16:creationId xmlns:a16="http://schemas.microsoft.com/office/drawing/2014/main" id="{E4EB1D1D-BECC-46BE-A8F9-7872F5F1AA07}"/>
                </a:ext>
              </a:extLst>
            </p:cNvPr>
            <p:cNvCxnSpPr>
              <a:cxnSpLocks/>
              <a:endCxn id="407" idx="1"/>
            </p:cNvCxnSpPr>
            <p:nvPr/>
          </p:nvCxnSpPr>
          <p:spPr>
            <a:xfrm rot="16200000">
              <a:off x="8106987" y="4135014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" name="Textfeld 408">
              <a:extLst>
                <a:ext uri="{FF2B5EF4-FFF2-40B4-BE49-F238E27FC236}">
                  <a16:creationId xmlns:a16="http://schemas.microsoft.com/office/drawing/2014/main" id="{711A800B-4E37-4EEF-8C47-7ED8BD6DF1DC}"/>
                </a:ext>
              </a:extLst>
            </p:cNvPr>
            <p:cNvSpPr txBox="1"/>
            <p:nvPr/>
          </p:nvSpPr>
          <p:spPr>
            <a:xfrm>
              <a:off x="7833531" y="4198388"/>
              <a:ext cx="2295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J</a:t>
              </a:r>
            </a:p>
          </p:txBody>
        </p:sp>
        <p:sp>
          <p:nvSpPr>
            <p:cNvPr id="410" name="Rechteck 409">
              <a:extLst>
                <a:ext uri="{FF2B5EF4-FFF2-40B4-BE49-F238E27FC236}">
                  <a16:creationId xmlns:a16="http://schemas.microsoft.com/office/drawing/2014/main" id="{CDC8D0D2-DD21-4984-8963-AE5A30E41250}"/>
                </a:ext>
              </a:extLst>
            </p:cNvPr>
            <p:cNvSpPr/>
            <p:nvPr/>
          </p:nvSpPr>
          <p:spPr>
            <a:xfrm rot="16200000">
              <a:off x="8178535" y="3679578"/>
              <a:ext cx="504000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G3</a:t>
              </a:r>
            </a:p>
          </p:txBody>
        </p:sp>
        <p:cxnSp>
          <p:nvCxnSpPr>
            <p:cNvPr id="411" name="Gerader Verbinder 410">
              <a:extLst>
                <a:ext uri="{FF2B5EF4-FFF2-40B4-BE49-F238E27FC236}">
                  <a16:creationId xmlns:a16="http://schemas.microsoft.com/office/drawing/2014/main" id="{41271CE4-FACE-45B5-8D1B-4591A5C385E0}"/>
                </a:ext>
              </a:extLst>
            </p:cNvPr>
            <p:cNvCxnSpPr>
              <a:cxnSpLocks/>
              <a:endCxn id="410" idx="1"/>
            </p:cNvCxnSpPr>
            <p:nvPr/>
          </p:nvCxnSpPr>
          <p:spPr>
            <a:xfrm rot="16200000">
              <a:off x="8347210" y="4135014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2" name="Textfeld 411">
              <a:extLst>
                <a:ext uri="{FF2B5EF4-FFF2-40B4-BE49-F238E27FC236}">
                  <a16:creationId xmlns:a16="http://schemas.microsoft.com/office/drawing/2014/main" id="{A30B69B1-8239-4839-A5FB-08F5E6C71320}"/>
                </a:ext>
              </a:extLst>
            </p:cNvPr>
            <p:cNvSpPr txBox="1"/>
            <p:nvPr/>
          </p:nvSpPr>
          <p:spPr>
            <a:xfrm>
              <a:off x="7584904" y="4195172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K</a:t>
              </a:r>
            </a:p>
          </p:txBody>
        </p:sp>
        <p:sp>
          <p:nvSpPr>
            <p:cNvPr id="413" name="Rechteck 412">
              <a:extLst>
                <a:ext uri="{FF2B5EF4-FFF2-40B4-BE49-F238E27FC236}">
                  <a16:creationId xmlns:a16="http://schemas.microsoft.com/office/drawing/2014/main" id="{2A27594E-DBB8-4265-AEE8-EE486D19409E}"/>
                </a:ext>
              </a:extLst>
            </p:cNvPr>
            <p:cNvSpPr/>
            <p:nvPr/>
          </p:nvSpPr>
          <p:spPr>
            <a:xfrm rot="16200000">
              <a:off x="8418759" y="3679578"/>
              <a:ext cx="504000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R3</a:t>
              </a:r>
            </a:p>
          </p:txBody>
        </p:sp>
        <p:cxnSp>
          <p:nvCxnSpPr>
            <p:cNvPr id="414" name="Gerader Verbinder 413">
              <a:extLst>
                <a:ext uri="{FF2B5EF4-FFF2-40B4-BE49-F238E27FC236}">
                  <a16:creationId xmlns:a16="http://schemas.microsoft.com/office/drawing/2014/main" id="{39A99130-0B91-4E3A-8CEE-F230E501DB36}"/>
                </a:ext>
              </a:extLst>
            </p:cNvPr>
            <p:cNvCxnSpPr>
              <a:cxnSpLocks/>
              <a:endCxn id="413" idx="1"/>
            </p:cNvCxnSpPr>
            <p:nvPr/>
          </p:nvCxnSpPr>
          <p:spPr>
            <a:xfrm rot="16200000">
              <a:off x="8587434" y="4135014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5" name="Textfeld 414">
              <a:extLst>
                <a:ext uri="{FF2B5EF4-FFF2-40B4-BE49-F238E27FC236}">
                  <a16:creationId xmlns:a16="http://schemas.microsoft.com/office/drawing/2014/main" id="{0E0B7AF6-295F-4623-9D84-485E0E039299}"/>
                </a:ext>
              </a:extLst>
            </p:cNvPr>
            <p:cNvSpPr txBox="1"/>
            <p:nvPr/>
          </p:nvSpPr>
          <p:spPr>
            <a:xfrm>
              <a:off x="7353930" y="4197577"/>
              <a:ext cx="24397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L</a:t>
              </a:r>
            </a:p>
          </p:txBody>
        </p:sp>
      </p:grpSp>
      <p:grpSp>
        <p:nvGrpSpPr>
          <p:cNvPr id="529" name="Gruppieren 528">
            <a:extLst>
              <a:ext uri="{FF2B5EF4-FFF2-40B4-BE49-F238E27FC236}">
                <a16:creationId xmlns:a16="http://schemas.microsoft.com/office/drawing/2014/main" id="{568C3BFF-3FA3-4634-8635-AEB373FEDA38}"/>
              </a:ext>
            </a:extLst>
          </p:cNvPr>
          <p:cNvGrpSpPr/>
          <p:nvPr/>
        </p:nvGrpSpPr>
        <p:grpSpPr>
          <a:xfrm>
            <a:off x="9066170" y="2617364"/>
            <a:ext cx="1466001" cy="1844977"/>
            <a:chOff x="9066170" y="2617364"/>
            <a:chExt cx="1466001" cy="1844977"/>
          </a:xfrm>
        </p:grpSpPr>
        <p:sp>
          <p:nvSpPr>
            <p:cNvPr id="446" name="Rechteck 445">
              <a:extLst>
                <a:ext uri="{FF2B5EF4-FFF2-40B4-BE49-F238E27FC236}">
                  <a16:creationId xmlns:a16="http://schemas.microsoft.com/office/drawing/2014/main" id="{971847FA-A912-4022-8B54-19FFE6F74E8E}"/>
                </a:ext>
              </a:extLst>
            </p:cNvPr>
            <p:cNvSpPr/>
            <p:nvPr/>
          </p:nvSpPr>
          <p:spPr>
            <a:xfrm rot="16200000">
              <a:off x="8935897" y="2749253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</a:t>
              </a:r>
            </a:p>
          </p:txBody>
        </p:sp>
        <p:cxnSp>
          <p:nvCxnSpPr>
            <p:cNvPr id="447" name="Gerader Verbinder 446">
              <a:extLst>
                <a:ext uri="{FF2B5EF4-FFF2-40B4-BE49-F238E27FC236}">
                  <a16:creationId xmlns:a16="http://schemas.microsoft.com/office/drawing/2014/main" id="{BBC16D1B-6144-4199-A347-BEBDAC81BF56}"/>
                </a:ext>
              </a:extLst>
            </p:cNvPr>
            <p:cNvCxnSpPr>
              <a:cxnSpLocks/>
              <a:endCxn id="446" idx="1"/>
            </p:cNvCxnSpPr>
            <p:nvPr/>
          </p:nvCxnSpPr>
          <p:spPr>
            <a:xfrm rot="16200000">
              <a:off x="9103669" y="3203785"/>
              <a:ext cx="166648" cy="1807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8" name="Textfeld 447">
              <a:extLst>
                <a:ext uri="{FF2B5EF4-FFF2-40B4-BE49-F238E27FC236}">
                  <a16:creationId xmlns:a16="http://schemas.microsoft.com/office/drawing/2014/main" id="{1E3A6B4A-25E8-4468-A3E5-F3697038826B}"/>
                </a:ext>
              </a:extLst>
            </p:cNvPr>
            <p:cNvSpPr txBox="1"/>
            <p:nvPr/>
          </p:nvSpPr>
          <p:spPr>
            <a:xfrm>
              <a:off x="10258205" y="3258434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449" name="Rechteck 448">
              <a:extLst>
                <a:ext uri="{FF2B5EF4-FFF2-40B4-BE49-F238E27FC236}">
                  <a16:creationId xmlns:a16="http://schemas.microsoft.com/office/drawing/2014/main" id="{68C40A29-7647-404A-90DD-AA90EDE3F7C8}"/>
                </a:ext>
              </a:extLst>
            </p:cNvPr>
            <p:cNvSpPr/>
            <p:nvPr/>
          </p:nvSpPr>
          <p:spPr>
            <a:xfrm rot="16200000">
              <a:off x="9176121" y="2749253"/>
              <a:ext cx="504000" cy="2402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KW1</a:t>
              </a:r>
            </a:p>
          </p:txBody>
        </p:sp>
        <p:cxnSp>
          <p:nvCxnSpPr>
            <p:cNvPr id="450" name="Gerader Verbinder 449">
              <a:extLst>
                <a:ext uri="{FF2B5EF4-FFF2-40B4-BE49-F238E27FC236}">
                  <a16:creationId xmlns:a16="http://schemas.microsoft.com/office/drawing/2014/main" id="{8A2E2806-7C65-4642-A831-17135FB5B36F}"/>
                </a:ext>
              </a:extLst>
            </p:cNvPr>
            <p:cNvCxnSpPr>
              <a:cxnSpLocks/>
              <a:endCxn id="449" idx="1"/>
            </p:cNvCxnSpPr>
            <p:nvPr/>
          </p:nvCxnSpPr>
          <p:spPr>
            <a:xfrm rot="16200000">
              <a:off x="9344797" y="3204689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1" name="Textfeld 450">
              <a:extLst>
                <a:ext uri="{FF2B5EF4-FFF2-40B4-BE49-F238E27FC236}">
                  <a16:creationId xmlns:a16="http://schemas.microsoft.com/office/drawing/2014/main" id="{B20D2BF0-3AA6-45FC-8249-890231970526}"/>
                </a:ext>
              </a:extLst>
            </p:cNvPr>
            <p:cNvSpPr txBox="1"/>
            <p:nvPr/>
          </p:nvSpPr>
          <p:spPr>
            <a:xfrm>
              <a:off x="10022195" y="3260839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452" name="Rechteck 451">
              <a:extLst>
                <a:ext uri="{FF2B5EF4-FFF2-40B4-BE49-F238E27FC236}">
                  <a16:creationId xmlns:a16="http://schemas.microsoft.com/office/drawing/2014/main" id="{5E549E33-783D-472C-97CE-7672598E1B30}"/>
                </a:ext>
              </a:extLst>
            </p:cNvPr>
            <p:cNvSpPr/>
            <p:nvPr/>
          </p:nvSpPr>
          <p:spPr>
            <a:xfrm rot="16200000">
              <a:off x="9416344" y="2749252"/>
              <a:ext cx="504000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WW1</a:t>
              </a:r>
            </a:p>
          </p:txBody>
        </p:sp>
        <p:cxnSp>
          <p:nvCxnSpPr>
            <p:cNvPr id="453" name="Gerader Verbinder 452">
              <a:extLst>
                <a:ext uri="{FF2B5EF4-FFF2-40B4-BE49-F238E27FC236}">
                  <a16:creationId xmlns:a16="http://schemas.microsoft.com/office/drawing/2014/main" id="{3E6CDB69-7FED-45BF-B8F4-F6E230882333}"/>
                </a:ext>
              </a:extLst>
            </p:cNvPr>
            <p:cNvCxnSpPr>
              <a:cxnSpLocks/>
              <a:endCxn id="452" idx="1"/>
            </p:cNvCxnSpPr>
            <p:nvPr/>
          </p:nvCxnSpPr>
          <p:spPr>
            <a:xfrm rot="16200000">
              <a:off x="9585019" y="3204688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4" name="Textfeld 453">
              <a:extLst>
                <a:ext uri="{FF2B5EF4-FFF2-40B4-BE49-F238E27FC236}">
                  <a16:creationId xmlns:a16="http://schemas.microsoft.com/office/drawing/2014/main" id="{E58DBC8C-2BA0-4CB2-B17D-32CE84015592}"/>
                </a:ext>
              </a:extLst>
            </p:cNvPr>
            <p:cNvSpPr txBox="1"/>
            <p:nvPr/>
          </p:nvSpPr>
          <p:spPr>
            <a:xfrm>
              <a:off x="9773887" y="3261640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455" name="Rechteck 454">
              <a:extLst>
                <a:ext uri="{FF2B5EF4-FFF2-40B4-BE49-F238E27FC236}">
                  <a16:creationId xmlns:a16="http://schemas.microsoft.com/office/drawing/2014/main" id="{EDBA2EA4-1EE9-49C8-99EB-03D66147DC09}"/>
                </a:ext>
              </a:extLst>
            </p:cNvPr>
            <p:cNvSpPr/>
            <p:nvPr/>
          </p:nvSpPr>
          <p:spPr>
            <a:xfrm rot="16200000">
              <a:off x="9656568" y="2749252"/>
              <a:ext cx="504000" cy="2402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B1</a:t>
              </a:r>
            </a:p>
          </p:txBody>
        </p:sp>
        <p:cxnSp>
          <p:nvCxnSpPr>
            <p:cNvPr id="456" name="Gerader Verbinder 455">
              <a:extLst>
                <a:ext uri="{FF2B5EF4-FFF2-40B4-BE49-F238E27FC236}">
                  <a16:creationId xmlns:a16="http://schemas.microsoft.com/office/drawing/2014/main" id="{9710250E-5D01-4E2F-BC72-134143FAC570}"/>
                </a:ext>
              </a:extLst>
            </p:cNvPr>
            <p:cNvCxnSpPr>
              <a:cxnSpLocks/>
              <a:endCxn id="455" idx="1"/>
            </p:cNvCxnSpPr>
            <p:nvPr/>
          </p:nvCxnSpPr>
          <p:spPr>
            <a:xfrm rot="16200000">
              <a:off x="9825243" y="3204688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7" name="Textfeld 456">
              <a:extLst>
                <a:ext uri="{FF2B5EF4-FFF2-40B4-BE49-F238E27FC236}">
                  <a16:creationId xmlns:a16="http://schemas.microsoft.com/office/drawing/2014/main" id="{2F5D4EFA-553F-4204-95D4-80186984AFB6}"/>
                </a:ext>
              </a:extLst>
            </p:cNvPr>
            <p:cNvSpPr txBox="1"/>
            <p:nvPr/>
          </p:nvSpPr>
          <p:spPr>
            <a:xfrm>
              <a:off x="9533739" y="3262046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458" name="Rechteck 457">
              <a:extLst>
                <a:ext uri="{FF2B5EF4-FFF2-40B4-BE49-F238E27FC236}">
                  <a16:creationId xmlns:a16="http://schemas.microsoft.com/office/drawing/2014/main" id="{0D8EA328-9C7D-4975-B529-4173515E4679}"/>
                </a:ext>
              </a:extLst>
            </p:cNvPr>
            <p:cNvSpPr/>
            <p:nvPr/>
          </p:nvSpPr>
          <p:spPr>
            <a:xfrm rot="16200000">
              <a:off x="9896791" y="2749252"/>
              <a:ext cx="504000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G1</a:t>
              </a:r>
            </a:p>
          </p:txBody>
        </p:sp>
        <p:cxnSp>
          <p:nvCxnSpPr>
            <p:cNvPr id="459" name="Gerader Verbinder 458">
              <a:extLst>
                <a:ext uri="{FF2B5EF4-FFF2-40B4-BE49-F238E27FC236}">
                  <a16:creationId xmlns:a16="http://schemas.microsoft.com/office/drawing/2014/main" id="{C6840036-D5D6-431E-A100-56E697F2187A}"/>
                </a:ext>
              </a:extLst>
            </p:cNvPr>
            <p:cNvCxnSpPr>
              <a:cxnSpLocks/>
              <a:endCxn id="458" idx="1"/>
            </p:cNvCxnSpPr>
            <p:nvPr/>
          </p:nvCxnSpPr>
          <p:spPr>
            <a:xfrm rot="16200000">
              <a:off x="10065466" y="3204688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0" name="Textfeld 459">
              <a:extLst>
                <a:ext uri="{FF2B5EF4-FFF2-40B4-BE49-F238E27FC236}">
                  <a16:creationId xmlns:a16="http://schemas.microsoft.com/office/drawing/2014/main" id="{6A967A53-DEBD-4AD9-B3F6-A404F2E79189}"/>
                </a:ext>
              </a:extLst>
            </p:cNvPr>
            <p:cNvSpPr txBox="1"/>
            <p:nvPr/>
          </p:nvSpPr>
          <p:spPr>
            <a:xfrm>
              <a:off x="9303160" y="3264846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461" name="Rechteck 460">
              <a:extLst>
                <a:ext uri="{FF2B5EF4-FFF2-40B4-BE49-F238E27FC236}">
                  <a16:creationId xmlns:a16="http://schemas.microsoft.com/office/drawing/2014/main" id="{1D9918B6-8C05-4EF1-88AE-4E4347D0C308}"/>
                </a:ext>
              </a:extLst>
            </p:cNvPr>
            <p:cNvSpPr/>
            <p:nvPr/>
          </p:nvSpPr>
          <p:spPr>
            <a:xfrm rot="16200000">
              <a:off x="10137015" y="2749252"/>
              <a:ext cx="504000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R1</a:t>
              </a:r>
            </a:p>
          </p:txBody>
        </p:sp>
        <p:cxnSp>
          <p:nvCxnSpPr>
            <p:cNvPr id="462" name="Gerader Verbinder 461">
              <a:extLst>
                <a:ext uri="{FF2B5EF4-FFF2-40B4-BE49-F238E27FC236}">
                  <a16:creationId xmlns:a16="http://schemas.microsoft.com/office/drawing/2014/main" id="{01FD1C66-BFE5-475C-9F3D-BACF38DE69F8}"/>
                </a:ext>
              </a:extLst>
            </p:cNvPr>
            <p:cNvCxnSpPr>
              <a:cxnSpLocks/>
              <a:endCxn id="461" idx="1"/>
            </p:cNvCxnSpPr>
            <p:nvPr/>
          </p:nvCxnSpPr>
          <p:spPr>
            <a:xfrm rot="16200000">
              <a:off x="10305690" y="3204688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3" name="Textfeld 462">
              <a:extLst>
                <a:ext uri="{FF2B5EF4-FFF2-40B4-BE49-F238E27FC236}">
                  <a16:creationId xmlns:a16="http://schemas.microsoft.com/office/drawing/2014/main" id="{93534A50-A3E3-413D-8C4A-3F9B2683EB32}"/>
                </a:ext>
              </a:extLst>
            </p:cNvPr>
            <p:cNvSpPr txBox="1"/>
            <p:nvPr/>
          </p:nvSpPr>
          <p:spPr>
            <a:xfrm>
              <a:off x="9066170" y="3267251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464" name="Rechteck 463">
              <a:extLst>
                <a:ext uri="{FF2B5EF4-FFF2-40B4-BE49-F238E27FC236}">
                  <a16:creationId xmlns:a16="http://schemas.microsoft.com/office/drawing/2014/main" id="{6E84B9BA-A57B-4F4D-BC83-F8630E53E499}"/>
                </a:ext>
              </a:extLst>
            </p:cNvPr>
            <p:cNvSpPr/>
            <p:nvPr/>
          </p:nvSpPr>
          <p:spPr>
            <a:xfrm rot="16200000">
              <a:off x="8935429" y="3681922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EK2</a:t>
              </a:r>
            </a:p>
          </p:txBody>
        </p:sp>
        <p:cxnSp>
          <p:nvCxnSpPr>
            <p:cNvPr id="465" name="Gerader Verbinder 464">
              <a:extLst>
                <a:ext uri="{FF2B5EF4-FFF2-40B4-BE49-F238E27FC236}">
                  <a16:creationId xmlns:a16="http://schemas.microsoft.com/office/drawing/2014/main" id="{9A577A91-1128-4175-B4CB-387EAD9691BE}"/>
                </a:ext>
              </a:extLst>
            </p:cNvPr>
            <p:cNvCxnSpPr>
              <a:cxnSpLocks/>
              <a:endCxn id="464" idx="1"/>
            </p:cNvCxnSpPr>
            <p:nvPr/>
          </p:nvCxnSpPr>
          <p:spPr>
            <a:xfrm rot="16200000">
              <a:off x="9103201" y="4136454"/>
              <a:ext cx="166648" cy="1807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6" name="Textfeld 465">
              <a:extLst>
                <a:ext uri="{FF2B5EF4-FFF2-40B4-BE49-F238E27FC236}">
                  <a16:creationId xmlns:a16="http://schemas.microsoft.com/office/drawing/2014/main" id="{66363A8C-2D27-42C8-8FBD-E587ACEA45D7}"/>
                </a:ext>
              </a:extLst>
            </p:cNvPr>
            <p:cNvSpPr txBox="1"/>
            <p:nvPr/>
          </p:nvSpPr>
          <p:spPr>
            <a:xfrm>
              <a:off x="10257737" y="4191103"/>
              <a:ext cx="2744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G</a:t>
              </a:r>
            </a:p>
          </p:txBody>
        </p:sp>
        <p:sp>
          <p:nvSpPr>
            <p:cNvPr id="467" name="Rechteck 466">
              <a:extLst>
                <a:ext uri="{FF2B5EF4-FFF2-40B4-BE49-F238E27FC236}">
                  <a16:creationId xmlns:a16="http://schemas.microsoft.com/office/drawing/2014/main" id="{1F6F94E3-51EE-496E-BA77-8576BD7B6488}"/>
                </a:ext>
              </a:extLst>
            </p:cNvPr>
            <p:cNvSpPr/>
            <p:nvPr/>
          </p:nvSpPr>
          <p:spPr>
            <a:xfrm rot="16200000">
              <a:off x="9175653" y="3681922"/>
              <a:ext cx="504000" cy="2402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KW2</a:t>
              </a:r>
            </a:p>
          </p:txBody>
        </p:sp>
        <p:cxnSp>
          <p:nvCxnSpPr>
            <p:cNvPr id="468" name="Gerader Verbinder 467">
              <a:extLst>
                <a:ext uri="{FF2B5EF4-FFF2-40B4-BE49-F238E27FC236}">
                  <a16:creationId xmlns:a16="http://schemas.microsoft.com/office/drawing/2014/main" id="{0D4AAD89-C89B-4148-A23D-B8DC2CAFD743}"/>
                </a:ext>
              </a:extLst>
            </p:cNvPr>
            <p:cNvCxnSpPr>
              <a:cxnSpLocks/>
              <a:endCxn id="467" idx="1"/>
            </p:cNvCxnSpPr>
            <p:nvPr/>
          </p:nvCxnSpPr>
          <p:spPr>
            <a:xfrm rot="16200000">
              <a:off x="9344329" y="4137358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9" name="Textfeld 468">
              <a:extLst>
                <a:ext uri="{FF2B5EF4-FFF2-40B4-BE49-F238E27FC236}">
                  <a16:creationId xmlns:a16="http://schemas.microsoft.com/office/drawing/2014/main" id="{D56C99B0-DCDA-4494-8A19-1F2360DA19E1}"/>
                </a:ext>
              </a:extLst>
            </p:cNvPr>
            <p:cNvSpPr txBox="1"/>
            <p:nvPr/>
          </p:nvSpPr>
          <p:spPr>
            <a:xfrm>
              <a:off x="10015711" y="4193508"/>
              <a:ext cx="2728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H</a:t>
              </a:r>
            </a:p>
          </p:txBody>
        </p:sp>
        <p:sp>
          <p:nvSpPr>
            <p:cNvPr id="470" name="Rechteck 469">
              <a:extLst>
                <a:ext uri="{FF2B5EF4-FFF2-40B4-BE49-F238E27FC236}">
                  <a16:creationId xmlns:a16="http://schemas.microsoft.com/office/drawing/2014/main" id="{0A8E31B6-EAAD-42D8-B33E-FC5E76E983E9}"/>
                </a:ext>
              </a:extLst>
            </p:cNvPr>
            <p:cNvSpPr/>
            <p:nvPr/>
          </p:nvSpPr>
          <p:spPr>
            <a:xfrm rot="16200000">
              <a:off x="9415876" y="3681921"/>
              <a:ext cx="504000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WW2</a:t>
              </a:r>
            </a:p>
          </p:txBody>
        </p:sp>
        <p:cxnSp>
          <p:nvCxnSpPr>
            <p:cNvPr id="471" name="Gerader Verbinder 470">
              <a:extLst>
                <a:ext uri="{FF2B5EF4-FFF2-40B4-BE49-F238E27FC236}">
                  <a16:creationId xmlns:a16="http://schemas.microsoft.com/office/drawing/2014/main" id="{75DABCA6-E770-4FB2-B0EB-78988A8FDEFC}"/>
                </a:ext>
              </a:extLst>
            </p:cNvPr>
            <p:cNvCxnSpPr>
              <a:cxnSpLocks/>
              <a:endCxn id="470" idx="1"/>
            </p:cNvCxnSpPr>
            <p:nvPr/>
          </p:nvCxnSpPr>
          <p:spPr>
            <a:xfrm rot="16200000">
              <a:off x="9584551" y="4137357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2" name="Textfeld 471">
              <a:extLst>
                <a:ext uri="{FF2B5EF4-FFF2-40B4-BE49-F238E27FC236}">
                  <a16:creationId xmlns:a16="http://schemas.microsoft.com/office/drawing/2014/main" id="{B0F3017A-6142-4955-AD1C-BAA18D76A849}"/>
                </a:ext>
              </a:extLst>
            </p:cNvPr>
            <p:cNvSpPr txBox="1"/>
            <p:nvPr/>
          </p:nvSpPr>
          <p:spPr>
            <a:xfrm>
              <a:off x="9797483" y="4194309"/>
              <a:ext cx="2199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I</a:t>
              </a:r>
            </a:p>
          </p:txBody>
        </p:sp>
        <p:sp>
          <p:nvSpPr>
            <p:cNvPr id="473" name="Rechteck 472">
              <a:extLst>
                <a:ext uri="{FF2B5EF4-FFF2-40B4-BE49-F238E27FC236}">
                  <a16:creationId xmlns:a16="http://schemas.microsoft.com/office/drawing/2014/main" id="{8A49F89D-9C5F-4352-B291-68C858F06CCE}"/>
                </a:ext>
              </a:extLst>
            </p:cNvPr>
            <p:cNvSpPr/>
            <p:nvPr/>
          </p:nvSpPr>
          <p:spPr>
            <a:xfrm rot="16200000">
              <a:off x="9656100" y="3681921"/>
              <a:ext cx="504000" cy="2402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B3</a:t>
              </a:r>
            </a:p>
          </p:txBody>
        </p:sp>
        <p:cxnSp>
          <p:nvCxnSpPr>
            <p:cNvPr id="474" name="Gerader Verbinder 473">
              <a:extLst>
                <a:ext uri="{FF2B5EF4-FFF2-40B4-BE49-F238E27FC236}">
                  <a16:creationId xmlns:a16="http://schemas.microsoft.com/office/drawing/2014/main" id="{F3CC980E-B98C-4093-8D53-18244BB76C45}"/>
                </a:ext>
              </a:extLst>
            </p:cNvPr>
            <p:cNvCxnSpPr>
              <a:cxnSpLocks/>
              <a:endCxn id="473" idx="1"/>
            </p:cNvCxnSpPr>
            <p:nvPr/>
          </p:nvCxnSpPr>
          <p:spPr>
            <a:xfrm rot="16200000">
              <a:off x="9824775" y="4137357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5" name="Textfeld 474">
              <a:extLst>
                <a:ext uri="{FF2B5EF4-FFF2-40B4-BE49-F238E27FC236}">
                  <a16:creationId xmlns:a16="http://schemas.microsoft.com/office/drawing/2014/main" id="{F6ADA1E0-9785-4F43-A6FD-3BEFFB1E2093}"/>
                </a:ext>
              </a:extLst>
            </p:cNvPr>
            <p:cNvSpPr txBox="1"/>
            <p:nvPr/>
          </p:nvSpPr>
          <p:spPr>
            <a:xfrm>
              <a:off x="9551319" y="4200731"/>
              <a:ext cx="2295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J</a:t>
              </a:r>
            </a:p>
          </p:txBody>
        </p:sp>
        <p:sp>
          <p:nvSpPr>
            <p:cNvPr id="476" name="Rechteck 475">
              <a:extLst>
                <a:ext uri="{FF2B5EF4-FFF2-40B4-BE49-F238E27FC236}">
                  <a16:creationId xmlns:a16="http://schemas.microsoft.com/office/drawing/2014/main" id="{B02AC1DF-A3AC-4C57-9E4A-3ACA7388C2B0}"/>
                </a:ext>
              </a:extLst>
            </p:cNvPr>
            <p:cNvSpPr/>
            <p:nvPr/>
          </p:nvSpPr>
          <p:spPr>
            <a:xfrm rot="16200000">
              <a:off x="9896323" y="3681921"/>
              <a:ext cx="504000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G3</a:t>
              </a:r>
            </a:p>
          </p:txBody>
        </p:sp>
        <p:cxnSp>
          <p:nvCxnSpPr>
            <p:cNvPr id="477" name="Gerader Verbinder 476">
              <a:extLst>
                <a:ext uri="{FF2B5EF4-FFF2-40B4-BE49-F238E27FC236}">
                  <a16:creationId xmlns:a16="http://schemas.microsoft.com/office/drawing/2014/main" id="{B4E95257-1AAE-4B60-81B3-AF20EC5586EA}"/>
                </a:ext>
              </a:extLst>
            </p:cNvPr>
            <p:cNvCxnSpPr>
              <a:cxnSpLocks/>
              <a:endCxn id="476" idx="1"/>
            </p:cNvCxnSpPr>
            <p:nvPr/>
          </p:nvCxnSpPr>
          <p:spPr>
            <a:xfrm rot="16200000">
              <a:off x="10064998" y="4137357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8" name="Textfeld 477">
              <a:extLst>
                <a:ext uri="{FF2B5EF4-FFF2-40B4-BE49-F238E27FC236}">
                  <a16:creationId xmlns:a16="http://schemas.microsoft.com/office/drawing/2014/main" id="{9E97B407-5BFA-4F8E-AD96-E97DF64354D6}"/>
                </a:ext>
              </a:extLst>
            </p:cNvPr>
            <p:cNvSpPr txBox="1"/>
            <p:nvPr/>
          </p:nvSpPr>
          <p:spPr>
            <a:xfrm>
              <a:off x="9302692" y="4197515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K</a:t>
              </a:r>
            </a:p>
          </p:txBody>
        </p:sp>
        <p:sp>
          <p:nvSpPr>
            <p:cNvPr id="479" name="Rechteck 478">
              <a:extLst>
                <a:ext uri="{FF2B5EF4-FFF2-40B4-BE49-F238E27FC236}">
                  <a16:creationId xmlns:a16="http://schemas.microsoft.com/office/drawing/2014/main" id="{81D837EA-3D49-48A2-A663-FCF717E469ED}"/>
                </a:ext>
              </a:extLst>
            </p:cNvPr>
            <p:cNvSpPr/>
            <p:nvPr/>
          </p:nvSpPr>
          <p:spPr>
            <a:xfrm rot="16200000">
              <a:off x="10136547" y="3681921"/>
              <a:ext cx="504000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R3</a:t>
              </a:r>
            </a:p>
          </p:txBody>
        </p:sp>
        <p:cxnSp>
          <p:nvCxnSpPr>
            <p:cNvPr id="480" name="Gerader Verbinder 479">
              <a:extLst>
                <a:ext uri="{FF2B5EF4-FFF2-40B4-BE49-F238E27FC236}">
                  <a16:creationId xmlns:a16="http://schemas.microsoft.com/office/drawing/2014/main" id="{1253D9B0-1170-4A02-BAED-206CB0A39591}"/>
                </a:ext>
              </a:extLst>
            </p:cNvPr>
            <p:cNvCxnSpPr>
              <a:cxnSpLocks/>
              <a:endCxn id="479" idx="1"/>
            </p:cNvCxnSpPr>
            <p:nvPr/>
          </p:nvCxnSpPr>
          <p:spPr>
            <a:xfrm rot="16200000">
              <a:off x="10305222" y="4137357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1" name="Textfeld 480">
              <a:extLst>
                <a:ext uri="{FF2B5EF4-FFF2-40B4-BE49-F238E27FC236}">
                  <a16:creationId xmlns:a16="http://schemas.microsoft.com/office/drawing/2014/main" id="{3F5B83E2-9F66-4F2B-A457-CEEDDDE72497}"/>
                </a:ext>
              </a:extLst>
            </p:cNvPr>
            <p:cNvSpPr txBox="1"/>
            <p:nvPr/>
          </p:nvSpPr>
          <p:spPr>
            <a:xfrm>
              <a:off x="9071718" y="4199920"/>
              <a:ext cx="24397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L</a:t>
              </a:r>
            </a:p>
          </p:txBody>
        </p:sp>
      </p:grpSp>
      <p:grpSp>
        <p:nvGrpSpPr>
          <p:cNvPr id="530" name="Gruppieren 529">
            <a:extLst>
              <a:ext uri="{FF2B5EF4-FFF2-40B4-BE49-F238E27FC236}">
                <a16:creationId xmlns:a16="http://schemas.microsoft.com/office/drawing/2014/main" id="{BEB6CBC3-FA61-4259-BB0A-B0EBF8757BF0}"/>
              </a:ext>
            </a:extLst>
          </p:cNvPr>
          <p:cNvGrpSpPr/>
          <p:nvPr/>
        </p:nvGrpSpPr>
        <p:grpSpPr>
          <a:xfrm>
            <a:off x="519991" y="4796722"/>
            <a:ext cx="1466001" cy="1844977"/>
            <a:chOff x="519991" y="4796722"/>
            <a:chExt cx="1466001" cy="1844977"/>
          </a:xfrm>
        </p:grpSpPr>
        <p:sp>
          <p:nvSpPr>
            <p:cNvPr id="482" name="Rechteck 481">
              <a:extLst>
                <a:ext uri="{FF2B5EF4-FFF2-40B4-BE49-F238E27FC236}">
                  <a16:creationId xmlns:a16="http://schemas.microsoft.com/office/drawing/2014/main" id="{3DF6E875-1284-4035-BB1D-5CAA8FB54B66}"/>
                </a:ext>
              </a:extLst>
            </p:cNvPr>
            <p:cNvSpPr/>
            <p:nvPr/>
          </p:nvSpPr>
          <p:spPr>
            <a:xfrm rot="16200000">
              <a:off x="389718" y="4928611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</a:t>
              </a:r>
            </a:p>
          </p:txBody>
        </p:sp>
        <p:cxnSp>
          <p:nvCxnSpPr>
            <p:cNvPr id="483" name="Gerader Verbinder 482">
              <a:extLst>
                <a:ext uri="{FF2B5EF4-FFF2-40B4-BE49-F238E27FC236}">
                  <a16:creationId xmlns:a16="http://schemas.microsoft.com/office/drawing/2014/main" id="{4D254CEA-119D-4E97-B704-0EB40A13735A}"/>
                </a:ext>
              </a:extLst>
            </p:cNvPr>
            <p:cNvCxnSpPr>
              <a:cxnSpLocks/>
              <a:endCxn id="482" idx="1"/>
            </p:cNvCxnSpPr>
            <p:nvPr/>
          </p:nvCxnSpPr>
          <p:spPr>
            <a:xfrm rot="16200000">
              <a:off x="557490" y="5383143"/>
              <a:ext cx="166648" cy="1807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4" name="Textfeld 483">
              <a:extLst>
                <a:ext uri="{FF2B5EF4-FFF2-40B4-BE49-F238E27FC236}">
                  <a16:creationId xmlns:a16="http://schemas.microsoft.com/office/drawing/2014/main" id="{C0D1ED68-4217-448C-87B0-38B060B9AF0E}"/>
                </a:ext>
              </a:extLst>
            </p:cNvPr>
            <p:cNvSpPr txBox="1"/>
            <p:nvPr/>
          </p:nvSpPr>
          <p:spPr>
            <a:xfrm>
              <a:off x="1712026" y="5437792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485" name="Rechteck 484">
              <a:extLst>
                <a:ext uri="{FF2B5EF4-FFF2-40B4-BE49-F238E27FC236}">
                  <a16:creationId xmlns:a16="http://schemas.microsoft.com/office/drawing/2014/main" id="{B032F8F8-5113-48DA-B140-0F00A1F34E18}"/>
                </a:ext>
              </a:extLst>
            </p:cNvPr>
            <p:cNvSpPr/>
            <p:nvPr/>
          </p:nvSpPr>
          <p:spPr>
            <a:xfrm rot="16200000">
              <a:off x="629942" y="4928611"/>
              <a:ext cx="504000" cy="2402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KW1</a:t>
              </a:r>
            </a:p>
          </p:txBody>
        </p:sp>
        <p:cxnSp>
          <p:nvCxnSpPr>
            <p:cNvPr id="486" name="Gerader Verbinder 485">
              <a:extLst>
                <a:ext uri="{FF2B5EF4-FFF2-40B4-BE49-F238E27FC236}">
                  <a16:creationId xmlns:a16="http://schemas.microsoft.com/office/drawing/2014/main" id="{268FFC2C-B79E-4902-AE50-4DF5236B96A0}"/>
                </a:ext>
              </a:extLst>
            </p:cNvPr>
            <p:cNvCxnSpPr>
              <a:cxnSpLocks/>
              <a:endCxn id="485" idx="1"/>
            </p:cNvCxnSpPr>
            <p:nvPr/>
          </p:nvCxnSpPr>
          <p:spPr>
            <a:xfrm rot="16200000">
              <a:off x="798618" y="5384047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7" name="Textfeld 486">
              <a:extLst>
                <a:ext uri="{FF2B5EF4-FFF2-40B4-BE49-F238E27FC236}">
                  <a16:creationId xmlns:a16="http://schemas.microsoft.com/office/drawing/2014/main" id="{0EEC5C1B-B1E6-4357-8ABD-134CFF4CC265}"/>
                </a:ext>
              </a:extLst>
            </p:cNvPr>
            <p:cNvSpPr txBox="1"/>
            <p:nvPr/>
          </p:nvSpPr>
          <p:spPr>
            <a:xfrm>
              <a:off x="1476016" y="5440197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488" name="Rechteck 487">
              <a:extLst>
                <a:ext uri="{FF2B5EF4-FFF2-40B4-BE49-F238E27FC236}">
                  <a16:creationId xmlns:a16="http://schemas.microsoft.com/office/drawing/2014/main" id="{CE7CF883-C768-4FB1-BE7E-0B7BE4639710}"/>
                </a:ext>
              </a:extLst>
            </p:cNvPr>
            <p:cNvSpPr/>
            <p:nvPr/>
          </p:nvSpPr>
          <p:spPr>
            <a:xfrm rot="16200000">
              <a:off x="870165" y="4928610"/>
              <a:ext cx="504000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WW1</a:t>
              </a:r>
            </a:p>
          </p:txBody>
        </p:sp>
        <p:cxnSp>
          <p:nvCxnSpPr>
            <p:cNvPr id="489" name="Gerader Verbinder 488">
              <a:extLst>
                <a:ext uri="{FF2B5EF4-FFF2-40B4-BE49-F238E27FC236}">
                  <a16:creationId xmlns:a16="http://schemas.microsoft.com/office/drawing/2014/main" id="{15036C9B-BCE6-4177-B239-7E292FF26B4E}"/>
                </a:ext>
              </a:extLst>
            </p:cNvPr>
            <p:cNvCxnSpPr>
              <a:cxnSpLocks/>
              <a:endCxn id="488" idx="1"/>
            </p:cNvCxnSpPr>
            <p:nvPr/>
          </p:nvCxnSpPr>
          <p:spPr>
            <a:xfrm rot="16200000">
              <a:off x="1038840" y="5384046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0" name="Textfeld 489">
              <a:extLst>
                <a:ext uri="{FF2B5EF4-FFF2-40B4-BE49-F238E27FC236}">
                  <a16:creationId xmlns:a16="http://schemas.microsoft.com/office/drawing/2014/main" id="{60AD1C71-82B7-494C-8E23-BCD8D48428C8}"/>
                </a:ext>
              </a:extLst>
            </p:cNvPr>
            <p:cNvSpPr txBox="1"/>
            <p:nvPr/>
          </p:nvSpPr>
          <p:spPr>
            <a:xfrm>
              <a:off x="1227708" y="5440998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491" name="Rechteck 490">
              <a:extLst>
                <a:ext uri="{FF2B5EF4-FFF2-40B4-BE49-F238E27FC236}">
                  <a16:creationId xmlns:a16="http://schemas.microsoft.com/office/drawing/2014/main" id="{45E7FB30-92C7-43DC-82B4-0BAA8A71209B}"/>
                </a:ext>
              </a:extLst>
            </p:cNvPr>
            <p:cNvSpPr/>
            <p:nvPr/>
          </p:nvSpPr>
          <p:spPr>
            <a:xfrm rot="16200000">
              <a:off x="1110389" y="4928610"/>
              <a:ext cx="504000" cy="2402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B1</a:t>
              </a:r>
            </a:p>
          </p:txBody>
        </p:sp>
        <p:cxnSp>
          <p:nvCxnSpPr>
            <p:cNvPr id="492" name="Gerader Verbinder 491">
              <a:extLst>
                <a:ext uri="{FF2B5EF4-FFF2-40B4-BE49-F238E27FC236}">
                  <a16:creationId xmlns:a16="http://schemas.microsoft.com/office/drawing/2014/main" id="{F7D1C645-4CF2-482E-9891-342EFFEB2157}"/>
                </a:ext>
              </a:extLst>
            </p:cNvPr>
            <p:cNvCxnSpPr>
              <a:cxnSpLocks/>
              <a:endCxn id="491" idx="1"/>
            </p:cNvCxnSpPr>
            <p:nvPr/>
          </p:nvCxnSpPr>
          <p:spPr>
            <a:xfrm rot="16200000">
              <a:off x="1279064" y="5384046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3" name="Textfeld 492">
              <a:extLst>
                <a:ext uri="{FF2B5EF4-FFF2-40B4-BE49-F238E27FC236}">
                  <a16:creationId xmlns:a16="http://schemas.microsoft.com/office/drawing/2014/main" id="{C94E9AC0-1AEC-4C04-BDA6-EEBE53011182}"/>
                </a:ext>
              </a:extLst>
            </p:cNvPr>
            <p:cNvSpPr txBox="1"/>
            <p:nvPr/>
          </p:nvSpPr>
          <p:spPr>
            <a:xfrm>
              <a:off x="987560" y="5441404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494" name="Rechteck 493">
              <a:extLst>
                <a:ext uri="{FF2B5EF4-FFF2-40B4-BE49-F238E27FC236}">
                  <a16:creationId xmlns:a16="http://schemas.microsoft.com/office/drawing/2014/main" id="{5DC0ECF4-A898-49B4-90A4-A1D5841E2B43}"/>
                </a:ext>
              </a:extLst>
            </p:cNvPr>
            <p:cNvSpPr/>
            <p:nvPr/>
          </p:nvSpPr>
          <p:spPr>
            <a:xfrm rot="16200000">
              <a:off x="1350612" y="4928610"/>
              <a:ext cx="504000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G1</a:t>
              </a:r>
            </a:p>
          </p:txBody>
        </p:sp>
        <p:cxnSp>
          <p:nvCxnSpPr>
            <p:cNvPr id="495" name="Gerader Verbinder 494">
              <a:extLst>
                <a:ext uri="{FF2B5EF4-FFF2-40B4-BE49-F238E27FC236}">
                  <a16:creationId xmlns:a16="http://schemas.microsoft.com/office/drawing/2014/main" id="{5C50A780-2DC5-4496-B57C-254347936D1D}"/>
                </a:ext>
              </a:extLst>
            </p:cNvPr>
            <p:cNvCxnSpPr>
              <a:cxnSpLocks/>
              <a:endCxn id="494" idx="1"/>
            </p:cNvCxnSpPr>
            <p:nvPr/>
          </p:nvCxnSpPr>
          <p:spPr>
            <a:xfrm rot="16200000">
              <a:off x="1519287" y="5384046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6" name="Textfeld 495">
              <a:extLst>
                <a:ext uri="{FF2B5EF4-FFF2-40B4-BE49-F238E27FC236}">
                  <a16:creationId xmlns:a16="http://schemas.microsoft.com/office/drawing/2014/main" id="{42A35D83-24A1-46A2-A700-DCE5108B7B99}"/>
                </a:ext>
              </a:extLst>
            </p:cNvPr>
            <p:cNvSpPr txBox="1"/>
            <p:nvPr/>
          </p:nvSpPr>
          <p:spPr>
            <a:xfrm>
              <a:off x="756981" y="5444204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497" name="Rechteck 496">
              <a:extLst>
                <a:ext uri="{FF2B5EF4-FFF2-40B4-BE49-F238E27FC236}">
                  <a16:creationId xmlns:a16="http://schemas.microsoft.com/office/drawing/2014/main" id="{1407D87C-B9BB-476C-ADD2-0DA63969BB28}"/>
                </a:ext>
              </a:extLst>
            </p:cNvPr>
            <p:cNvSpPr/>
            <p:nvPr/>
          </p:nvSpPr>
          <p:spPr>
            <a:xfrm rot="16200000">
              <a:off x="1590836" y="4928610"/>
              <a:ext cx="504000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R1</a:t>
              </a:r>
            </a:p>
          </p:txBody>
        </p:sp>
        <p:cxnSp>
          <p:nvCxnSpPr>
            <p:cNvPr id="498" name="Gerader Verbinder 497">
              <a:extLst>
                <a:ext uri="{FF2B5EF4-FFF2-40B4-BE49-F238E27FC236}">
                  <a16:creationId xmlns:a16="http://schemas.microsoft.com/office/drawing/2014/main" id="{5E2DC3A9-2F7E-4D83-AA87-5821E18C0D77}"/>
                </a:ext>
              </a:extLst>
            </p:cNvPr>
            <p:cNvCxnSpPr>
              <a:cxnSpLocks/>
              <a:endCxn id="497" idx="1"/>
            </p:cNvCxnSpPr>
            <p:nvPr/>
          </p:nvCxnSpPr>
          <p:spPr>
            <a:xfrm rot="16200000">
              <a:off x="1759511" y="5384046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9" name="Textfeld 498">
              <a:extLst>
                <a:ext uri="{FF2B5EF4-FFF2-40B4-BE49-F238E27FC236}">
                  <a16:creationId xmlns:a16="http://schemas.microsoft.com/office/drawing/2014/main" id="{FC53E2F7-2833-4CA5-833C-12E111D2634B}"/>
                </a:ext>
              </a:extLst>
            </p:cNvPr>
            <p:cNvSpPr txBox="1"/>
            <p:nvPr/>
          </p:nvSpPr>
          <p:spPr>
            <a:xfrm>
              <a:off x="519991" y="5446609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500" name="Rechteck 499">
              <a:extLst>
                <a:ext uri="{FF2B5EF4-FFF2-40B4-BE49-F238E27FC236}">
                  <a16:creationId xmlns:a16="http://schemas.microsoft.com/office/drawing/2014/main" id="{D6211902-5FF4-4A79-A7CC-DD2B3CE6CCB8}"/>
                </a:ext>
              </a:extLst>
            </p:cNvPr>
            <p:cNvSpPr/>
            <p:nvPr/>
          </p:nvSpPr>
          <p:spPr>
            <a:xfrm rot="16200000">
              <a:off x="389250" y="5861280"/>
              <a:ext cx="504000" cy="2402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KW4</a:t>
              </a:r>
            </a:p>
          </p:txBody>
        </p:sp>
        <p:cxnSp>
          <p:nvCxnSpPr>
            <p:cNvPr id="501" name="Gerader Verbinder 500">
              <a:extLst>
                <a:ext uri="{FF2B5EF4-FFF2-40B4-BE49-F238E27FC236}">
                  <a16:creationId xmlns:a16="http://schemas.microsoft.com/office/drawing/2014/main" id="{B43BFD30-5019-46E5-8E90-B910D324697E}"/>
                </a:ext>
              </a:extLst>
            </p:cNvPr>
            <p:cNvCxnSpPr>
              <a:cxnSpLocks/>
              <a:endCxn id="500" idx="1"/>
            </p:cNvCxnSpPr>
            <p:nvPr/>
          </p:nvCxnSpPr>
          <p:spPr>
            <a:xfrm rot="16200000">
              <a:off x="557022" y="6315812"/>
              <a:ext cx="166648" cy="1807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2" name="Textfeld 501">
              <a:extLst>
                <a:ext uri="{FF2B5EF4-FFF2-40B4-BE49-F238E27FC236}">
                  <a16:creationId xmlns:a16="http://schemas.microsoft.com/office/drawing/2014/main" id="{EAA02477-646D-4EDA-B6E4-EB7296C5C1DC}"/>
                </a:ext>
              </a:extLst>
            </p:cNvPr>
            <p:cNvSpPr txBox="1"/>
            <p:nvPr/>
          </p:nvSpPr>
          <p:spPr>
            <a:xfrm>
              <a:off x="1711558" y="6370461"/>
              <a:ext cx="2744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G</a:t>
              </a:r>
            </a:p>
          </p:txBody>
        </p:sp>
        <p:sp>
          <p:nvSpPr>
            <p:cNvPr id="503" name="Rechteck 502">
              <a:extLst>
                <a:ext uri="{FF2B5EF4-FFF2-40B4-BE49-F238E27FC236}">
                  <a16:creationId xmlns:a16="http://schemas.microsoft.com/office/drawing/2014/main" id="{69E745C5-2FDA-4473-A040-C0C234B4A021}"/>
                </a:ext>
              </a:extLst>
            </p:cNvPr>
            <p:cNvSpPr/>
            <p:nvPr/>
          </p:nvSpPr>
          <p:spPr>
            <a:xfrm rot="16200000">
              <a:off x="629474" y="5861280"/>
              <a:ext cx="504000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WW4</a:t>
              </a:r>
            </a:p>
          </p:txBody>
        </p:sp>
        <p:cxnSp>
          <p:nvCxnSpPr>
            <p:cNvPr id="504" name="Gerader Verbinder 503">
              <a:extLst>
                <a:ext uri="{FF2B5EF4-FFF2-40B4-BE49-F238E27FC236}">
                  <a16:creationId xmlns:a16="http://schemas.microsoft.com/office/drawing/2014/main" id="{C4F7500E-D46F-4AAB-A1A4-50FFC2D902BA}"/>
                </a:ext>
              </a:extLst>
            </p:cNvPr>
            <p:cNvCxnSpPr>
              <a:cxnSpLocks/>
              <a:endCxn id="503" idx="1"/>
            </p:cNvCxnSpPr>
            <p:nvPr/>
          </p:nvCxnSpPr>
          <p:spPr>
            <a:xfrm rot="16200000">
              <a:off x="798150" y="6316716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5" name="Textfeld 504">
              <a:extLst>
                <a:ext uri="{FF2B5EF4-FFF2-40B4-BE49-F238E27FC236}">
                  <a16:creationId xmlns:a16="http://schemas.microsoft.com/office/drawing/2014/main" id="{E0A99026-8A2D-4B29-8B5B-F7238B1FCF53}"/>
                </a:ext>
              </a:extLst>
            </p:cNvPr>
            <p:cNvSpPr txBox="1"/>
            <p:nvPr/>
          </p:nvSpPr>
          <p:spPr>
            <a:xfrm>
              <a:off x="1469532" y="6372866"/>
              <a:ext cx="2728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H</a:t>
              </a:r>
            </a:p>
          </p:txBody>
        </p:sp>
        <p:sp>
          <p:nvSpPr>
            <p:cNvPr id="506" name="Rechteck 505">
              <a:extLst>
                <a:ext uri="{FF2B5EF4-FFF2-40B4-BE49-F238E27FC236}">
                  <a16:creationId xmlns:a16="http://schemas.microsoft.com/office/drawing/2014/main" id="{C867738F-0549-48E1-A030-83788AB7833F}"/>
                </a:ext>
              </a:extLst>
            </p:cNvPr>
            <p:cNvSpPr/>
            <p:nvPr/>
          </p:nvSpPr>
          <p:spPr>
            <a:xfrm rot="16200000">
              <a:off x="869697" y="5861279"/>
              <a:ext cx="504000" cy="2402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KW3</a:t>
              </a:r>
            </a:p>
          </p:txBody>
        </p:sp>
        <p:cxnSp>
          <p:nvCxnSpPr>
            <p:cNvPr id="507" name="Gerader Verbinder 506">
              <a:extLst>
                <a:ext uri="{FF2B5EF4-FFF2-40B4-BE49-F238E27FC236}">
                  <a16:creationId xmlns:a16="http://schemas.microsoft.com/office/drawing/2014/main" id="{48BD5F15-C301-400F-AFA0-B0D02B1E2465}"/>
                </a:ext>
              </a:extLst>
            </p:cNvPr>
            <p:cNvCxnSpPr>
              <a:cxnSpLocks/>
              <a:endCxn id="506" idx="1"/>
            </p:cNvCxnSpPr>
            <p:nvPr/>
          </p:nvCxnSpPr>
          <p:spPr>
            <a:xfrm rot="16200000">
              <a:off x="1038372" y="6316715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8" name="Textfeld 507">
              <a:extLst>
                <a:ext uri="{FF2B5EF4-FFF2-40B4-BE49-F238E27FC236}">
                  <a16:creationId xmlns:a16="http://schemas.microsoft.com/office/drawing/2014/main" id="{E87AE26D-BCB7-4168-908A-11371E2BFA5E}"/>
                </a:ext>
              </a:extLst>
            </p:cNvPr>
            <p:cNvSpPr txBox="1"/>
            <p:nvPr/>
          </p:nvSpPr>
          <p:spPr>
            <a:xfrm>
              <a:off x="1251304" y="6373667"/>
              <a:ext cx="2199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I</a:t>
              </a:r>
            </a:p>
          </p:txBody>
        </p:sp>
        <p:sp>
          <p:nvSpPr>
            <p:cNvPr id="509" name="Rechteck 508">
              <a:extLst>
                <a:ext uri="{FF2B5EF4-FFF2-40B4-BE49-F238E27FC236}">
                  <a16:creationId xmlns:a16="http://schemas.microsoft.com/office/drawing/2014/main" id="{2A08485D-10D9-414E-8FDB-222C23BDDCAF}"/>
                </a:ext>
              </a:extLst>
            </p:cNvPr>
            <p:cNvSpPr/>
            <p:nvPr/>
          </p:nvSpPr>
          <p:spPr>
            <a:xfrm rot="16200000">
              <a:off x="1109921" y="5861279"/>
              <a:ext cx="504000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WW3</a:t>
              </a:r>
            </a:p>
          </p:txBody>
        </p:sp>
        <p:cxnSp>
          <p:nvCxnSpPr>
            <p:cNvPr id="510" name="Gerader Verbinder 509">
              <a:extLst>
                <a:ext uri="{FF2B5EF4-FFF2-40B4-BE49-F238E27FC236}">
                  <a16:creationId xmlns:a16="http://schemas.microsoft.com/office/drawing/2014/main" id="{A8AA9F95-BFE9-4C24-91F5-5750A0D62415}"/>
                </a:ext>
              </a:extLst>
            </p:cNvPr>
            <p:cNvCxnSpPr>
              <a:cxnSpLocks/>
              <a:endCxn id="509" idx="1"/>
            </p:cNvCxnSpPr>
            <p:nvPr/>
          </p:nvCxnSpPr>
          <p:spPr>
            <a:xfrm rot="16200000">
              <a:off x="1278596" y="6316715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1" name="Textfeld 510">
              <a:extLst>
                <a:ext uri="{FF2B5EF4-FFF2-40B4-BE49-F238E27FC236}">
                  <a16:creationId xmlns:a16="http://schemas.microsoft.com/office/drawing/2014/main" id="{D6F4355B-AB75-4A2B-B291-FFBCEBC399F4}"/>
                </a:ext>
              </a:extLst>
            </p:cNvPr>
            <p:cNvSpPr txBox="1"/>
            <p:nvPr/>
          </p:nvSpPr>
          <p:spPr>
            <a:xfrm>
              <a:off x="1005140" y="6380089"/>
              <a:ext cx="2295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J</a:t>
              </a:r>
            </a:p>
          </p:txBody>
        </p:sp>
        <p:sp>
          <p:nvSpPr>
            <p:cNvPr id="512" name="Rechteck 511">
              <a:extLst>
                <a:ext uri="{FF2B5EF4-FFF2-40B4-BE49-F238E27FC236}">
                  <a16:creationId xmlns:a16="http://schemas.microsoft.com/office/drawing/2014/main" id="{89435DCD-A60B-46C2-B911-2913663BDE98}"/>
                </a:ext>
              </a:extLst>
            </p:cNvPr>
            <p:cNvSpPr/>
            <p:nvPr/>
          </p:nvSpPr>
          <p:spPr>
            <a:xfrm rot="16200000">
              <a:off x="1350144" y="5861279"/>
              <a:ext cx="504000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KW2</a:t>
              </a:r>
            </a:p>
          </p:txBody>
        </p:sp>
        <p:cxnSp>
          <p:nvCxnSpPr>
            <p:cNvPr id="513" name="Gerader Verbinder 512">
              <a:extLst>
                <a:ext uri="{FF2B5EF4-FFF2-40B4-BE49-F238E27FC236}">
                  <a16:creationId xmlns:a16="http://schemas.microsoft.com/office/drawing/2014/main" id="{B115EE8A-527A-4C63-B53A-3D12A83BB8C7}"/>
                </a:ext>
              </a:extLst>
            </p:cNvPr>
            <p:cNvCxnSpPr>
              <a:cxnSpLocks/>
              <a:endCxn id="512" idx="1"/>
            </p:cNvCxnSpPr>
            <p:nvPr/>
          </p:nvCxnSpPr>
          <p:spPr>
            <a:xfrm rot="16200000">
              <a:off x="1518819" y="6316715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4" name="Textfeld 513">
              <a:extLst>
                <a:ext uri="{FF2B5EF4-FFF2-40B4-BE49-F238E27FC236}">
                  <a16:creationId xmlns:a16="http://schemas.microsoft.com/office/drawing/2014/main" id="{03EC3703-C3FD-4E6D-A02B-62AF7316CB53}"/>
                </a:ext>
              </a:extLst>
            </p:cNvPr>
            <p:cNvSpPr txBox="1"/>
            <p:nvPr/>
          </p:nvSpPr>
          <p:spPr>
            <a:xfrm>
              <a:off x="756513" y="6376873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K</a:t>
              </a:r>
            </a:p>
          </p:txBody>
        </p:sp>
        <p:sp>
          <p:nvSpPr>
            <p:cNvPr id="515" name="Rechteck 514">
              <a:extLst>
                <a:ext uri="{FF2B5EF4-FFF2-40B4-BE49-F238E27FC236}">
                  <a16:creationId xmlns:a16="http://schemas.microsoft.com/office/drawing/2014/main" id="{A57680FF-F53E-4CAE-9275-596E28FE886A}"/>
                </a:ext>
              </a:extLst>
            </p:cNvPr>
            <p:cNvSpPr/>
            <p:nvPr/>
          </p:nvSpPr>
          <p:spPr>
            <a:xfrm rot="16200000">
              <a:off x="1590368" y="5861279"/>
              <a:ext cx="504000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WW2</a:t>
              </a:r>
            </a:p>
          </p:txBody>
        </p:sp>
        <p:cxnSp>
          <p:nvCxnSpPr>
            <p:cNvPr id="516" name="Gerader Verbinder 515">
              <a:extLst>
                <a:ext uri="{FF2B5EF4-FFF2-40B4-BE49-F238E27FC236}">
                  <a16:creationId xmlns:a16="http://schemas.microsoft.com/office/drawing/2014/main" id="{A93A498D-AC65-4923-BEAF-D14D063FCA7F}"/>
                </a:ext>
              </a:extLst>
            </p:cNvPr>
            <p:cNvCxnSpPr>
              <a:cxnSpLocks/>
              <a:endCxn id="515" idx="1"/>
            </p:cNvCxnSpPr>
            <p:nvPr/>
          </p:nvCxnSpPr>
          <p:spPr>
            <a:xfrm rot="16200000">
              <a:off x="1759043" y="6316715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7" name="Textfeld 516">
              <a:extLst>
                <a:ext uri="{FF2B5EF4-FFF2-40B4-BE49-F238E27FC236}">
                  <a16:creationId xmlns:a16="http://schemas.microsoft.com/office/drawing/2014/main" id="{473C147D-63A4-4BFC-A7A6-E434EB74D5A7}"/>
                </a:ext>
              </a:extLst>
            </p:cNvPr>
            <p:cNvSpPr txBox="1"/>
            <p:nvPr/>
          </p:nvSpPr>
          <p:spPr>
            <a:xfrm>
              <a:off x="525539" y="6379278"/>
              <a:ext cx="24397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L</a:t>
              </a:r>
            </a:p>
          </p:txBody>
        </p:sp>
      </p:grpSp>
      <p:grpSp>
        <p:nvGrpSpPr>
          <p:cNvPr id="538" name="Gruppieren 537">
            <a:extLst>
              <a:ext uri="{FF2B5EF4-FFF2-40B4-BE49-F238E27FC236}">
                <a16:creationId xmlns:a16="http://schemas.microsoft.com/office/drawing/2014/main" id="{553FB3A0-A48B-4CEA-8E37-E5C178D1BDFD}"/>
              </a:ext>
            </a:extLst>
          </p:cNvPr>
          <p:cNvGrpSpPr/>
          <p:nvPr/>
        </p:nvGrpSpPr>
        <p:grpSpPr>
          <a:xfrm>
            <a:off x="2239259" y="2624648"/>
            <a:ext cx="1464198" cy="1848185"/>
            <a:chOff x="2239259" y="2624648"/>
            <a:chExt cx="1464198" cy="1848185"/>
          </a:xfrm>
        </p:grpSpPr>
        <p:sp>
          <p:nvSpPr>
            <p:cNvPr id="314" name="Rechteck 313">
              <a:extLst>
                <a:ext uri="{FF2B5EF4-FFF2-40B4-BE49-F238E27FC236}">
                  <a16:creationId xmlns:a16="http://schemas.microsoft.com/office/drawing/2014/main" id="{607A7102-21B1-42E4-B794-23999B6F79F8}"/>
                </a:ext>
              </a:extLst>
            </p:cNvPr>
            <p:cNvSpPr/>
            <p:nvPr/>
          </p:nvSpPr>
          <p:spPr>
            <a:xfrm rot="16200000">
              <a:off x="2108986" y="2756537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EK6</a:t>
              </a:r>
            </a:p>
          </p:txBody>
        </p:sp>
        <p:cxnSp>
          <p:nvCxnSpPr>
            <p:cNvPr id="315" name="Gerader Verbinder 314">
              <a:extLst>
                <a:ext uri="{FF2B5EF4-FFF2-40B4-BE49-F238E27FC236}">
                  <a16:creationId xmlns:a16="http://schemas.microsoft.com/office/drawing/2014/main" id="{FCEB7948-794B-4FA0-9217-0B9FA9DD469B}"/>
                </a:ext>
              </a:extLst>
            </p:cNvPr>
            <p:cNvCxnSpPr>
              <a:cxnSpLocks/>
              <a:endCxn id="314" idx="1"/>
            </p:cNvCxnSpPr>
            <p:nvPr/>
          </p:nvCxnSpPr>
          <p:spPr>
            <a:xfrm rot="16200000">
              <a:off x="2276758" y="3211069"/>
              <a:ext cx="166648" cy="1807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6" name="Textfeld 315">
              <a:extLst>
                <a:ext uri="{FF2B5EF4-FFF2-40B4-BE49-F238E27FC236}">
                  <a16:creationId xmlns:a16="http://schemas.microsoft.com/office/drawing/2014/main" id="{5E7F858C-CC78-4C3E-908E-5BF27AD4F660}"/>
                </a:ext>
              </a:extLst>
            </p:cNvPr>
            <p:cNvSpPr txBox="1"/>
            <p:nvPr/>
          </p:nvSpPr>
          <p:spPr>
            <a:xfrm>
              <a:off x="3431294" y="3265718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317" name="Rechteck 316">
              <a:extLst>
                <a:ext uri="{FF2B5EF4-FFF2-40B4-BE49-F238E27FC236}">
                  <a16:creationId xmlns:a16="http://schemas.microsoft.com/office/drawing/2014/main" id="{9E654D6D-BDD5-4396-8774-E372B8585B47}"/>
                </a:ext>
              </a:extLst>
            </p:cNvPr>
            <p:cNvSpPr/>
            <p:nvPr/>
          </p:nvSpPr>
          <p:spPr>
            <a:xfrm rot="16200000">
              <a:off x="2349210" y="2756537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EK5</a:t>
              </a:r>
            </a:p>
          </p:txBody>
        </p:sp>
        <p:cxnSp>
          <p:nvCxnSpPr>
            <p:cNvPr id="318" name="Gerader Verbinder 317">
              <a:extLst>
                <a:ext uri="{FF2B5EF4-FFF2-40B4-BE49-F238E27FC236}">
                  <a16:creationId xmlns:a16="http://schemas.microsoft.com/office/drawing/2014/main" id="{4450CF18-7EA1-44A7-ADDE-1B3502517C0A}"/>
                </a:ext>
              </a:extLst>
            </p:cNvPr>
            <p:cNvCxnSpPr>
              <a:cxnSpLocks/>
              <a:endCxn id="317" idx="1"/>
            </p:cNvCxnSpPr>
            <p:nvPr/>
          </p:nvCxnSpPr>
          <p:spPr>
            <a:xfrm rot="16200000">
              <a:off x="2517886" y="3211973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9" name="Textfeld 318">
              <a:extLst>
                <a:ext uri="{FF2B5EF4-FFF2-40B4-BE49-F238E27FC236}">
                  <a16:creationId xmlns:a16="http://schemas.microsoft.com/office/drawing/2014/main" id="{BDBAD4B1-0FEC-4B06-B32E-723E1FCBAEE8}"/>
                </a:ext>
              </a:extLst>
            </p:cNvPr>
            <p:cNvSpPr txBox="1"/>
            <p:nvPr/>
          </p:nvSpPr>
          <p:spPr>
            <a:xfrm>
              <a:off x="3195284" y="3268123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320" name="Rechteck 319">
              <a:extLst>
                <a:ext uri="{FF2B5EF4-FFF2-40B4-BE49-F238E27FC236}">
                  <a16:creationId xmlns:a16="http://schemas.microsoft.com/office/drawing/2014/main" id="{C3CB608E-5B1F-415B-9052-DE937B0E6637}"/>
                </a:ext>
              </a:extLst>
            </p:cNvPr>
            <p:cNvSpPr/>
            <p:nvPr/>
          </p:nvSpPr>
          <p:spPr>
            <a:xfrm rot="16200000">
              <a:off x="2589433" y="2756536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EK4</a:t>
              </a:r>
            </a:p>
          </p:txBody>
        </p:sp>
        <p:cxnSp>
          <p:nvCxnSpPr>
            <p:cNvPr id="321" name="Gerader Verbinder 320">
              <a:extLst>
                <a:ext uri="{FF2B5EF4-FFF2-40B4-BE49-F238E27FC236}">
                  <a16:creationId xmlns:a16="http://schemas.microsoft.com/office/drawing/2014/main" id="{8BD3D3A0-9262-4C7B-88D9-55709BF20CEB}"/>
                </a:ext>
              </a:extLst>
            </p:cNvPr>
            <p:cNvCxnSpPr>
              <a:cxnSpLocks/>
              <a:endCxn id="320" idx="1"/>
            </p:cNvCxnSpPr>
            <p:nvPr/>
          </p:nvCxnSpPr>
          <p:spPr>
            <a:xfrm rot="16200000">
              <a:off x="2758108" y="3211972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2" name="Textfeld 321">
              <a:extLst>
                <a:ext uri="{FF2B5EF4-FFF2-40B4-BE49-F238E27FC236}">
                  <a16:creationId xmlns:a16="http://schemas.microsoft.com/office/drawing/2014/main" id="{11ADC44F-5CBE-400D-A8A9-7B44D89874BC}"/>
                </a:ext>
              </a:extLst>
            </p:cNvPr>
            <p:cNvSpPr txBox="1"/>
            <p:nvPr/>
          </p:nvSpPr>
          <p:spPr>
            <a:xfrm>
              <a:off x="2946976" y="3268924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323" name="Rechteck 322">
              <a:extLst>
                <a:ext uri="{FF2B5EF4-FFF2-40B4-BE49-F238E27FC236}">
                  <a16:creationId xmlns:a16="http://schemas.microsoft.com/office/drawing/2014/main" id="{7A13EE33-7D00-43C2-9183-A462B49300A1}"/>
                </a:ext>
              </a:extLst>
            </p:cNvPr>
            <p:cNvSpPr/>
            <p:nvPr/>
          </p:nvSpPr>
          <p:spPr>
            <a:xfrm rot="16200000">
              <a:off x="2829657" y="2756536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EK3</a:t>
              </a:r>
            </a:p>
          </p:txBody>
        </p:sp>
        <p:cxnSp>
          <p:nvCxnSpPr>
            <p:cNvPr id="324" name="Gerader Verbinder 323">
              <a:extLst>
                <a:ext uri="{FF2B5EF4-FFF2-40B4-BE49-F238E27FC236}">
                  <a16:creationId xmlns:a16="http://schemas.microsoft.com/office/drawing/2014/main" id="{CD86296F-BFFA-45DB-97CF-475D92571AC9}"/>
                </a:ext>
              </a:extLst>
            </p:cNvPr>
            <p:cNvCxnSpPr>
              <a:cxnSpLocks/>
              <a:endCxn id="323" idx="1"/>
            </p:cNvCxnSpPr>
            <p:nvPr/>
          </p:nvCxnSpPr>
          <p:spPr>
            <a:xfrm rot="16200000">
              <a:off x="2998332" y="3211972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5" name="Textfeld 324">
              <a:extLst>
                <a:ext uri="{FF2B5EF4-FFF2-40B4-BE49-F238E27FC236}">
                  <a16:creationId xmlns:a16="http://schemas.microsoft.com/office/drawing/2014/main" id="{E4C12625-8DAC-4253-A1AE-97505B406B3B}"/>
                </a:ext>
              </a:extLst>
            </p:cNvPr>
            <p:cNvSpPr txBox="1"/>
            <p:nvPr/>
          </p:nvSpPr>
          <p:spPr>
            <a:xfrm>
              <a:off x="2706828" y="3269330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326" name="Rechteck 325">
              <a:extLst>
                <a:ext uri="{FF2B5EF4-FFF2-40B4-BE49-F238E27FC236}">
                  <a16:creationId xmlns:a16="http://schemas.microsoft.com/office/drawing/2014/main" id="{0DA906A2-6C7C-4588-898A-5C8C571F90C9}"/>
                </a:ext>
              </a:extLst>
            </p:cNvPr>
            <p:cNvSpPr/>
            <p:nvPr/>
          </p:nvSpPr>
          <p:spPr>
            <a:xfrm rot="16200000">
              <a:off x="3069880" y="2756536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EK2</a:t>
              </a:r>
            </a:p>
          </p:txBody>
        </p:sp>
        <p:cxnSp>
          <p:nvCxnSpPr>
            <p:cNvPr id="327" name="Gerader Verbinder 326">
              <a:extLst>
                <a:ext uri="{FF2B5EF4-FFF2-40B4-BE49-F238E27FC236}">
                  <a16:creationId xmlns:a16="http://schemas.microsoft.com/office/drawing/2014/main" id="{FAAB1C47-BD15-4843-9F1D-E6AF6E669B07}"/>
                </a:ext>
              </a:extLst>
            </p:cNvPr>
            <p:cNvCxnSpPr>
              <a:cxnSpLocks/>
              <a:endCxn id="326" idx="1"/>
            </p:cNvCxnSpPr>
            <p:nvPr/>
          </p:nvCxnSpPr>
          <p:spPr>
            <a:xfrm rot="16200000">
              <a:off x="3238555" y="3211972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8" name="Textfeld 327">
              <a:extLst>
                <a:ext uri="{FF2B5EF4-FFF2-40B4-BE49-F238E27FC236}">
                  <a16:creationId xmlns:a16="http://schemas.microsoft.com/office/drawing/2014/main" id="{E0D1758F-6B80-47EF-B14D-E873689FE83C}"/>
                </a:ext>
              </a:extLst>
            </p:cNvPr>
            <p:cNvSpPr txBox="1"/>
            <p:nvPr/>
          </p:nvSpPr>
          <p:spPr>
            <a:xfrm>
              <a:off x="2476249" y="3272130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329" name="Rechteck 328">
              <a:extLst>
                <a:ext uri="{FF2B5EF4-FFF2-40B4-BE49-F238E27FC236}">
                  <a16:creationId xmlns:a16="http://schemas.microsoft.com/office/drawing/2014/main" id="{3E037771-439B-4A2D-9E45-9FF97B35D9F1}"/>
                </a:ext>
              </a:extLst>
            </p:cNvPr>
            <p:cNvSpPr/>
            <p:nvPr/>
          </p:nvSpPr>
          <p:spPr>
            <a:xfrm rot="16200000">
              <a:off x="3310104" y="2756536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</a:t>
              </a:r>
            </a:p>
          </p:txBody>
        </p:sp>
        <p:cxnSp>
          <p:nvCxnSpPr>
            <p:cNvPr id="330" name="Gerader Verbinder 329">
              <a:extLst>
                <a:ext uri="{FF2B5EF4-FFF2-40B4-BE49-F238E27FC236}">
                  <a16:creationId xmlns:a16="http://schemas.microsoft.com/office/drawing/2014/main" id="{8C97FE42-D235-4291-B46A-6A8B996AE36A}"/>
                </a:ext>
              </a:extLst>
            </p:cNvPr>
            <p:cNvCxnSpPr>
              <a:cxnSpLocks/>
              <a:endCxn id="329" idx="1"/>
            </p:cNvCxnSpPr>
            <p:nvPr/>
          </p:nvCxnSpPr>
          <p:spPr>
            <a:xfrm rot="16200000">
              <a:off x="3478779" y="3211972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Textfeld 330">
              <a:extLst>
                <a:ext uri="{FF2B5EF4-FFF2-40B4-BE49-F238E27FC236}">
                  <a16:creationId xmlns:a16="http://schemas.microsoft.com/office/drawing/2014/main" id="{9170DC77-448D-4252-A185-7104C2E93A0B}"/>
                </a:ext>
              </a:extLst>
            </p:cNvPr>
            <p:cNvSpPr txBox="1"/>
            <p:nvPr/>
          </p:nvSpPr>
          <p:spPr>
            <a:xfrm>
              <a:off x="2239259" y="3274535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332" name="Rechteck 331">
              <a:extLst>
                <a:ext uri="{FF2B5EF4-FFF2-40B4-BE49-F238E27FC236}">
                  <a16:creationId xmlns:a16="http://schemas.microsoft.com/office/drawing/2014/main" id="{D18DBFD6-9573-4598-A15C-CA763CB35881}"/>
                </a:ext>
              </a:extLst>
            </p:cNvPr>
            <p:cNvSpPr/>
            <p:nvPr/>
          </p:nvSpPr>
          <p:spPr>
            <a:xfrm rot="16200000">
              <a:off x="2108518" y="3689206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EK12</a:t>
              </a:r>
            </a:p>
          </p:txBody>
        </p:sp>
        <p:cxnSp>
          <p:nvCxnSpPr>
            <p:cNvPr id="333" name="Gerader Verbinder 332">
              <a:extLst>
                <a:ext uri="{FF2B5EF4-FFF2-40B4-BE49-F238E27FC236}">
                  <a16:creationId xmlns:a16="http://schemas.microsoft.com/office/drawing/2014/main" id="{14CC5657-7501-4927-ACC8-DA4093332432}"/>
                </a:ext>
              </a:extLst>
            </p:cNvPr>
            <p:cNvCxnSpPr>
              <a:cxnSpLocks/>
              <a:endCxn id="332" idx="1"/>
            </p:cNvCxnSpPr>
            <p:nvPr/>
          </p:nvCxnSpPr>
          <p:spPr>
            <a:xfrm rot="16200000">
              <a:off x="2276290" y="4143738"/>
              <a:ext cx="166648" cy="1807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4" name="Rechteck 333">
              <a:extLst>
                <a:ext uri="{FF2B5EF4-FFF2-40B4-BE49-F238E27FC236}">
                  <a16:creationId xmlns:a16="http://schemas.microsoft.com/office/drawing/2014/main" id="{75336299-F0E7-4788-AE36-FFF4DC77F32B}"/>
                </a:ext>
              </a:extLst>
            </p:cNvPr>
            <p:cNvSpPr/>
            <p:nvPr/>
          </p:nvSpPr>
          <p:spPr>
            <a:xfrm rot="16200000">
              <a:off x="2348742" y="3689206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EK11</a:t>
              </a:r>
            </a:p>
          </p:txBody>
        </p:sp>
        <p:cxnSp>
          <p:nvCxnSpPr>
            <p:cNvPr id="335" name="Gerader Verbinder 334">
              <a:extLst>
                <a:ext uri="{FF2B5EF4-FFF2-40B4-BE49-F238E27FC236}">
                  <a16:creationId xmlns:a16="http://schemas.microsoft.com/office/drawing/2014/main" id="{95058794-FF00-4FE2-A50B-D3A49AC1EE6F}"/>
                </a:ext>
              </a:extLst>
            </p:cNvPr>
            <p:cNvCxnSpPr>
              <a:cxnSpLocks/>
              <a:endCxn id="334" idx="1"/>
            </p:cNvCxnSpPr>
            <p:nvPr/>
          </p:nvCxnSpPr>
          <p:spPr>
            <a:xfrm rot="16200000">
              <a:off x="2517418" y="4144642"/>
              <a:ext cx="166648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6" name="Rechteck 335">
              <a:extLst>
                <a:ext uri="{FF2B5EF4-FFF2-40B4-BE49-F238E27FC236}">
                  <a16:creationId xmlns:a16="http://schemas.microsoft.com/office/drawing/2014/main" id="{670D41F0-EE37-43C4-9B9F-C235F979E4E0}"/>
                </a:ext>
              </a:extLst>
            </p:cNvPr>
            <p:cNvSpPr/>
            <p:nvPr/>
          </p:nvSpPr>
          <p:spPr>
            <a:xfrm rot="16200000">
              <a:off x="2588965" y="3689205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EK10</a:t>
              </a:r>
            </a:p>
          </p:txBody>
        </p:sp>
        <p:cxnSp>
          <p:nvCxnSpPr>
            <p:cNvPr id="337" name="Gerader Verbinder 336">
              <a:extLst>
                <a:ext uri="{FF2B5EF4-FFF2-40B4-BE49-F238E27FC236}">
                  <a16:creationId xmlns:a16="http://schemas.microsoft.com/office/drawing/2014/main" id="{A2DA6892-C200-42D7-B385-62BB616D85E6}"/>
                </a:ext>
              </a:extLst>
            </p:cNvPr>
            <p:cNvCxnSpPr>
              <a:cxnSpLocks/>
              <a:endCxn id="336" idx="1"/>
            </p:cNvCxnSpPr>
            <p:nvPr/>
          </p:nvCxnSpPr>
          <p:spPr>
            <a:xfrm rot="16200000">
              <a:off x="2757640" y="4144641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" name="Rechteck 337">
              <a:extLst>
                <a:ext uri="{FF2B5EF4-FFF2-40B4-BE49-F238E27FC236}">
                  <a16:creationId xmlns:a16="http://schemas.microsoft.com/office/drawing/2014/main" id="{85B2094F-FCD4-4E54-BB17-7880572FFEB3}"/>
                </a:ext>
              </a:extLst>
            </p:cNvPr>
            <p:cNvSpPr/>
            <p:nvPr/>
          </p:nvSpPr>
          <p:spPr>
            <a:xfrm rot="16200000">
              <a:off x="2829189" y="3689205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EK9</a:t>
              </a:r>
            </a:p>
          </p:txBody>
        </p:sp>
        <p:cxnSp>
          <p:nvCxnSpPr>
            <p:cNvPr id="339" name="Gerader Verbinder 338">
              <a:extLst>
                <a:ext uri="{FF2B5EF4-FFF2-40B4-BE49-F238E27FC236}">
                  <a16:creationId xmlns:a16="http://schemas.microsoft.com/office/drawing/2014/main" id="{820D9FE4-764B-4297-A439-3DCA675709DA}"/>
                </a:ext>
              </a:extLst>
            </p:cNvPr>
            <p:cNvCxnSpPr>
              <a:cxnSpLocks/>
              <a:endCxn id="338" idx="1"/>
            </p:cNvCxnSpPr>
            <p:nvPr/>
          </p:nvCxnSpPr>
          <p:spPr>
            <a:xfrm rot="16200000">
              <a:off x="2997864" y="4144641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0" name="Rechteck 339">
              <a:extLst>
                <a:ext uri="{FF2B5EF4-FFF2-40B4-BE49-F238E27FC236}">
                  <a16:creationId xmlns:a16="http://schemas.microsoft.com/office/drawing/2014/main" id="{E9E0DE78-76E1-40E9-9BD5-C9ACEAB0FB9C}"/>
                </a:ext>
              </a:extLst>
            </p:cNvPr>
            <p:cNvSpPr/>
            <p:nvPr/>
          </p:nvSpPr>
          <p:spPr>
            <a:xfrm rot="16200000">
              <a:off x="3069412" y="3689205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EK8</a:t>
              </a:r>
            </a:p>
          </p:txBody>
        </p:sp>
        <p:cxnSp>
          <p:nvCxnSpPr>
            <p:cNvPr id="341" name="Gerader Verbinder 340">
              <a:extLst>
                <a:ext uri="{FF2B5EF4-FFF2-40B4-BE49-F238E27FC236}">
                  <a16:creationId xmlns:a16="http://schemas.microsoft.com/office/drawing/2014/main" id="{4600E5DD-716C-448D-99AE-B469543BC1ED}"/>
                </a:ext>
              </a:extLst>
            </p:cNvPr>
            <p:cNvCxnSpPr>
              <a:cxnSpLocks/>
              <a:endCxn id="340" idx="1"/>
            </p:cNvCxnSpPr>
            <p:nvPr/>
          </p:nvCxnSpPr>
          <p:spPr>
            <a:xfrm rot="16200000">
              <a:off x="3238087" y="4144641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2" name="Rechteck 341">
              <a:extLst>
                <a:ext uri="{FF2B5EF4-FFF2-40B4-BE49-F238E27FC236}">
                  <a16:creationId xmlns:a16="http://schemas.microsoft.com/office/drawing/2014/main" id="{DAF3AB54-1EFD-4618-A612-748CA6813E68}"/>
                </a:ext>
              </a:extLst>
            </p:cNvPr>
            <p:cNvSpPr/>
            <p:nvPr/>
          </p:nvSpPr>
          <p:spPr>
            <a:xfrm rot="16200000">
              <a:off x="3309636" y="3689205"/>
              <a:ext cx="504000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EK7</a:t>
              </a:r>
            </a:p>
          </p:txBody>
        </p:sp>
        <p:cxnSp>
          <p:nvCxnSpPr>
            <p:cNvPr id="343" name="Gerader Verbinder 342">
              <a:extLst>
                <a:ext uri="{FF2B5EF4-FFF2-40B4-BE49-F238E27FC236}">
                  <a16:creationId xmlns:a16="http://schemas.microsoft.com/office/drawing/2014/main" id="{A63A4366-F0D8-452D-9AD9-C6178924A593}"/>
                </a:ext>
              </a:extLst>
            </p:cNvPr>
            <p:cNvCxnSpPr>
              <a:cxnSpLocks/>
              <a:endCxn id="342" idx="1"/>
            </p:cNvCxnSpPr>
            <p:nvPr/>
          </p:nvCxnSpPr>
          <p:spPr>
            <a:xfrm rot="16200000">
              <a:off x="3478311" y="4144641"/>
              <a:ext cx="166649" cy="0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1" name="Textfeld 530">
              <a:extLst>
                <a:ext uri="{FF2B5EF4-FFF2-40B4-BE49-F238E27FC236}">
                  <a16:creationId xmlns:a16="http://schemas.microsoft.com/office/drawing/2014/main" id="{0A89205E-E2EE-418E-82AE-687A2F2CC9A0}"/>
                </a:ext>
              </a:extLst>
            </p:cNvPr>
            <p:cNvSpPr txBox="1"/>
            <p:nvPr/>
          </p:nvSpPr>
          <p:spPr>
            <a:xfrm>
              <a:off x="3429023" y="4201595"/>
              <a:ext cx="2744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G</a:t>
              </a:r>
            </a:p>
          </p:txBody>
        </p:sp>
        <p:sp>
          <p:nvSpPr>
            <p:cNvPr id="532" name="Textfeld 531">
              <a:extLst>
                <a:ext uri="{FF2B5EF4-FFF2-40B4-BE49-F238E27FC236}">
                  <a16:creationId xmlns:a16="http://schemas.microsoft.com/office/drawing/2014/main" id="{2ECC2AB8-81EA-4989-B365-BB469D4CECE9}"/>
                </a:ext>
              </a:extLst>
            </p:cNvPr>
            <p:cNvSpPr txBox="1"/>
            <p:nvPr/>
          </p:nvSpPr>
          <p:spPr>
            <a:xfrm>
              <a:off x="3186997" y="4204000"/>
              <a:ext cx="2728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H</a:t>
              </a:r>
            </a:p>
          </p:txBody>
        </p:sp>
        <p:sp>
          <p:nvSpPr>
            <p:cNvPr id="533" name="Textfeld 532">
              <a:extLst>
                <a:ext uri="{FF2B5EF4-FFF2-40B4-BE49-F238E27FC236}">
                  <a16:creationId xmlns:a16="http://schemas.microsoft.com/office/drawing/2014/main" id="{082EB834-9571-412E-A5D7-9FB3DB88A4F3}"/>
                </a:ext>
              </a:extLst>
            </p:cNvPr>
            <p:cNvSpPr txBox="1"/>
            <p:nvPr/>
          </p:nvSpPr>
          <p:spPr>
            <a:xfrm>
              <a:off x="2968769" y="4204801"/>
              <a:ext cx="2199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I</a:t>
              </a:r>
            </a:p>
          </p:txBody>
        </p:sp>
        <p:sp>
          <p:nvSpPr>
            <p:cNvPr id="534" name="Textfeld 533">
              <a:extLst>
                <a:ext uri="{FF2B5EF4-FFF2-40B4-BE49-F238E27FC236}">
                  <a16:creationId xmlns:a16="http://schemas.microsoft.com/office/drawing/2014/main" id="{7898652F-6792-4739-BA9F-9EC45D1CD5CD}"/>
                </a:ext>
              </a:extLst>
            </p:cNvPr>
            <p:cNvSpPr txBox="1"/>
            <p:nvPr/>
          </p:nvSpPr>
          <p:spPr>
            <a:xfrm>
              <a:off x="2722605" y="4211223"/>
              <a:ext cx="2295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J</a:t>
              </a:r>
            </a:p>
          </p:txBody>
        </p:sp>
        <p:sp>
          <p:nvSpPr>
            <p:cNvPr id="535" name="Textfeld 534">
              <a:extLst>
                <a:ext uri="{FF2B5EF4-FFF2-40B4-BE49-F238E27FC236}">
                  <a16:creationId xmlns:a16="http://schemas.microsoft.com/office/drawing/2014/main" id="{1EB0D963-D00E-401D-A15D-DCE57E2A5993}"/>
                </a:ext>
              </a:extLst>
            </p:cNvPr>
            <p:cNvSpPr txBox="1"/>
            <p:nvPr/>
          </p:nvSpPr>
          <p:spPr>
            <a:xfrm>
              <a:off x="2473978" y="4208007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K</a:t>
              </a:r>
            </a:p>
          </p:txBody>
        </p:sp>
        <p:sp>
          <p:nvSpPr>
            <p:cNvPr id="536" name="Textfeld 535">
              <a:extLst>
                <a:ext uri="{FF2B5EF4-FFF2-40B4-BE49-F238E27FC236}">
                  <a16:creationId xmlns:a16="http://schemas.microsoft.com/office/drawing/2014/main" id="{02BE630C-C441-4208-895A-02114D7FEFDA}"/>
                </a:ext>
              </a:extLst>
            </p:cNvPr>
            <p:cNvSpPr txBox="1"/>
            <p:nvPr/>
          </p:nvSpPr>
          <p:spPr>
            <a:xfrm>
              <a:off x="2243004" y="4210412"/>
              <a:ext cx="24397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2964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ruppieren 568">
            <a:extLst>
              <a:ext uri="{FF2B5EF4-FFF2-40B4-BE49-F238E27FC236}">
                <a16:creationId xmlns:a16="http://schemas.microsoft.com/office/drawing/2014/main" id="{4A947FC1-0D39-4923-8A56-177F36441F9B}"/>
              </a:ext>
            </a:extLst>
          </p:cNvPr>
          <p:cNvGrpSpPr/>
          <p:nvPr/>
        </p:nvGrpSpPr>
        <p:grpSpPr>
          <a:xfrm>
            <a:off x="486858" y="1618363"/>
            <a:ext cx="3163702" cy="1232114"/>
            <a:chOff x="4334052" y="1904051"/>
            <a:chExt cx="3163702" cy="1232114"/>
          </a:xfrm>
        </p:grpSpPr>
        <p:sp>
          <p:nvSpPr>
            <p:cNvPr id="180" name="Rechteck 179">
              <a:extLst>
                <a:ext uri="{FF2B5EF4-FFF2-40B4-BE49-F238E27FC236}">
                  <a16:creationId xmlns:a16="http://schemas.microsoft.com/office/drawing/2014/main" id="{A5C9F32B-6EF1-4153-ACE9-12F9EFCE2019}"/>
                </a:ext>
              </a:extLst>
            </p:cNvPr>
            <p:cNvSpPr/>
            <p:nvPr/>
          </p:nvSpPr>
          <p:spPr>
            <a:xfrm>
              <a:off x="4918003" y="2277289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EK7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81" name="Gerader Verbinder 180">
              <a:extLst>
                <a:ext uri="{FF2B5EF4-FFF2-40B4-BE49-F238E27FC236}">
                  <a16:creationId xmlns:a16="http://schemas.microsoft.com/office/drawing/2014/main" id="{5F3C2954-EB78-468D-858D-C72CE1F48068}"/>
                </a:ext>
              </a:extLst>
            </p:cNvPr>
            <p:cNvCxnSpPr>
              <a:cxnSpLocks/>
            </p:cNvCxnSpPr>
            <p:nvPr/>
          </p:nvCxnSpPr>
          <p:spPr>
            <a:xfrm>
              <a:off x="4481331" y="215263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feld 181">
              <a:extLst>
                <a:ext uri="{FF2B5EF4-FFF2-40B4-BE49-F238E27FC236}">
                  <a16:creationId xmlns:a16="http://schemas.microsoft.com/office/drawing/2014/main" id="{41A422B5-1A89-4A01-80EA-8BA8D29C040C}"/>
                </a:ext>
              </a:extLst>
            </p:cNvPr>
            <p:cNvSpPr txBox="1"/>
            <p:nvPr/>
          </p:nvSpPr>
          <p:spPr>
            <a:xfrm>
              <a:off x="5000122" y="1904051"/>
              <a:ext cx="2744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G</a:t>
              </a:r>
            </a:p>
          </p:txBody>
        </p:sp>
        <p:sp>
          <p:nvSpPr>
            <p:cNvPr id="183" name="Textfeld 182">
              <a:extLst>
                <a:ext uri="{FF2B5EF4-FFF2-40B4-BE49-F238E27FC236}">
                  <a16:creationId xmlns:a16="http://schemas.microsoft.com/office/drawing/2014/main" id="{0C3E33E4-533A-4C29-9696-4BA08A6B1BBC}"/>
                </a:ext>
              </a:extLst>
            </p:cNvPr>
            <p:cNvSpPr txBox="1"/>
            <p:nvPr/>
          </p:nvSpPr>
          <p:spPr>
            <a:xfrm>
              <a:off x="5434478" y="1904051"/>
              <a:ext cx="2728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H</a:t>
              </a:r>
            </a:p>
          </p:txBody>
        </p:sp>
        <p:sp>
          <p:nvSpPr>
            <p:cNvPr id="184" name="Textfeld 183">
              <a:extLst>
                <a:ext uri="{FF2B5EF4-FFF2-40B4-BE49-F238E27FC236}">
                  <a16:creationId xmlns:a16="http://schemas.microsoft.com/office/drawing/2014/main" id="{F8B4B926-CB16-46B9-84E6-6E32EEA2016D}"/>
                </a:ext>
              </a:extLst>
            </p:cNvPr>
            <p:cNvSpPr txBox="1"/>
            <p:nvPr/>
          </p:nvSpPr>
          <p:spPr>
            <a:xfrm>
              <a:off x="5888318" y="1904051"/>
              <a:ext cx="2199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I</a:t>
              </a:r>
            </a:p>
          </p:txBody>
        </p:sp>
        <p:sp>
          <p:nvSpPr>
            <p:cNvPr id="185" name="Textfeld 184">
              <a:extLst>
                <a:ext uri="{FF2B5EF4-FFF2-40B4-BE49-F238E27FC236}">
                  <a16:creationId xmlns:a16="http://schemas.microsoft.com/office/drawing/2014/main" id="{1A6A7B94-CACF-4F91-B78B-D0D7BD396F7D}"/>
                </a:ext>
              </a:extLst>
            </p:cNvPr>
            <p:cNvSpPr txBox="1"/>
            <p:nvPr/>
          </p:nvSpPr>
          <p:spPr>
            <a:xfrm>
              <a:off x="6316809" y="1904051"/>
              <a:ext cx="2295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J</a:t>
              </a:r>
            </a:p>
          </p:txBody>
        </p:sp>
        <p:sp>
          <p:nvSpPr>
            <p:cNvPr id="186" name="Textfeld 185">
              <a:extLst>
                <a:ext uri="{FF2B5EF4-FFF2-40B4-BE49-F238E27FC236}">
                  <a16:creationId xmlns:a16="http://schemas.microsoft.com/office/drawing/2014/main" id="{18348666-BF93-443B-AEE2-C6376A012EC4}"/>
                </a:ext>
              </a:extLst>
            </p:cNvPr>
            <p:cNvSpPr txBox="1"/>
            <p:nvPr/>
          </p:nvSpPr>
          <p:spPr>
            <a:xfrm>
              <a:off x="6729998" y="1904051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K</a:t>
              </a:r>
            </a:p>
          </p:txBody>
        </p:sp>
        <p:sp>
          <p:nvSpPr>
            <p:cNvPr id="187" name="Textfeld 186">
              <a:extLst>
                <a:ext uri="{FF2B5EF4-FFF2-40B4-BE49-F238E27FC236}">
                  <a16:creationId xmlns:a16="http://schemas.microsoft.com/office/drawing/2014/main" id="{BFACF5E9-EF2A-444F-921E-BCB1FB35DAC5}"/>
                </a:ext>
              </a:extLst>
            </p:cNvPr>
            <p:cNvSpPr txBox="1"/>
            <p:nvPr/>
          </p:nvSpPr>
          <p:spPr>
            <a:xfrm>
              <a:off x="7163598" y="1904051"/>
              <a:ext cx="24397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L</a:t>
              </a:r>
            </a:p>
          </p:txBody>
        </p:sp>
        <p:sp>
          <p:nvSpPr>
            <p:cNvPr id="188" name="Rechteck 187">
              <a:extLst>
                <a:ext uri="{FF2B5EF4-FFF2-40B4-BE49-F238E27FC236}">
                  <a16:creationId xmlns:a16="http://schemas.microsoft.com/office/drawing/2014/main" id="{9825C66B-C60B-4737-842F-EBBDD6C34995}"/>
                </a:ext>
              </a:extLst>
            </p:cNvPr>
            <p:cNvSpPr/>
            <p:nvPr/>
          </p:nvSpPr>
          <p:spPr>
            <a:xfrm>
              <a:off x="5348741" y="2277289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EK8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hteck 188">
              <a:extLst>
                <a:ext uri="{FF2B5EF4-FFF2-40B4-BE49-F238E27FC236}">
                  <a16:creationId xmlns:a16="http://schemas.microsoft.com/office/drawing/2014/main" id="{AF8ED904-6648-43F6-8B55-06ABAC480E1A}"/>
                </a:ext>
              </a:extLst>
            </p:cNvPr>
            <p:cNvSpPr/>
            <p:nvPr/>
          </p:nvSpPr>
          <p:spPr>
            <a:xfrm>
              <a:off x="5779198" y="2277289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EK9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hteck 189">
              <a:extLst>
                <a:ext uri="{FF2B5EF4-FFF2-40B4-BE49-F238E27FC236}">
                  <a16:creationId xmlns:a16="http://schemas.microsoft.com/office/drawing/2014/main" id="{CC2AACA8-630D-411C-9AD4-FE9575ED117C}"/>
                </a:ext>
              </a:extLst>
            </p:cNvPr>
            <p:cNvSpPr/>
            <p:nvPr/>
          </p:nvSpPr>
          <p:spPr>
            <a:xfrm>
              <a:off x="6209029" y="2277289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EK10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hteck 190">
              <a:extLst>
                <a:ext uri="{FF2B5EF4-FFF2-40B4-BE49-F238E27FC236}">
                  <a16:creationId xmlns:a16="http://schemas.microsoft.com/office/drawing/2014/main" id="{FC6CD652-3698-4E75-B10E-B3C0A7383D6C}"/>
                </a:ext>
              </a:extLst>
            </p:cNvPr>
            <p:cNvSpPr/>
            <p:nvPr/>
          </p:nvSpPr>
          <p:spPr>
            <a:xfrm>
              <a:off x="6639767" y="2277289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hteck 191">
              <a:extLst>
                <a:ext uri="{FF2B5EF4-FFF2-40B4-BE49-F238E27FC236}">
                  <a16:creationId xmlns:a16="http://schemas.microsoft.com/office/drawing/2014/main" id="{0C94B240-52E6-424F-A2B8-12F409724FA8}"/>
                </a:ext>
              </a:extLst>
            </p:cNvPr>
            <p:cNvSpPr/>
            <p:nvPr/>
          </p:nvSpPr>
          <p:spPr>
            <a:xfrm>
              <a:off x="7067375" y="2277289"/>
              <a:ext cx="426628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Rechteck 192">
              <a:extLst>
                <a:ext uri="{FF2B5EF4-FFF2-40B4-BE49-F238E27FC236}">
                  <a16:creationId xmlns:a16="http://schemas.microsoft.com/office/drawing/2014/main" id="{8FFCA7A7-4711-437B-B7DB-001EF5918A0C}"/>
                </a:ext>
              </a:extLst>
            </p:cNvPr>
            <p:cNvSpPr/>
            <p:nvPr/>
          </p:nvSpPr>
          <p:spPr>
            <a:xfrm>
              <a:off x="4335626" y="2277289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94" name="Rechteck 193">
              <a:extLst>
                <a:ext uri="{FF2B5EF4-FFF2-40B4-BE49-F238E27FC236}">
                  <a16:creationId xmlns:a16="http://schemas.microsoft.com/office/drawing/2014/main" id="{86B773CE-C7E2-4CA7-9AAC-116D9DEBC062}"/>
                </a:ext>
              </a:extLst>
            </p:cNvPr>
            <p:cNvSpPr/>
            <p:nvPr/>
          </p:nvSpPr>
          <p:spPr>
            <a:xfrm>
              <a:off x="4627408" y="2277278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95" name="Gerader Verbinder 194">
              <a:extLst>
                <a:ext uri="{FF2B5EF4-FFF2-40B4-BE49-F238E27FC236}">
                  <a16:creationId xmlns:a16="http://schemas.microsoft.com/office/drawing/2014/main" id="{F97FDFA7-A0F1-4F28-B5B9-984383A046C2}"/>
                </a:ext>
              </a:extLst>
            </p:cNvPr>
            <p:cNvCxnSpPr>
              <a:cxnSpLocks/>
            </p:cNvCxnSpPr>
            <p:nvPr/>
          </p:nvCxnSpPr>
          <p:spPr>
            <a:xfrm>
              <a:off x="4766130" y="215263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Gerader Verbinder 195">
              <a:extLst>
                <a:ext uri="{FF2B5EF4-FFF2-40B4-BE49-F238E27FC236}">
                  <a16:creationId xmlns:a16="http://schemas.microsoft.com/office/drawing/2014/main" id="{9DE006A8-86CC-446E-A267-DBED45484487}"/>
                </a:ext>
              </a:extLst>
            </p:cNvPr>
            <p:cNvCxnSpPr>
              <a:cxnSpLocks/>
            </p:cNvCxnSpPr>
            <p:nvPr/>
          </p:nvCxnSpPr>
          <p:spPr>
            <a:xfrm>
              <a:off x="5132671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Gerader Verbinder 196">
              <a:extLst>
                <a:ext uri="{FF2B5EF4-FFF2-40B4-BE49-F238E27FC236}">
                  <a16:creationId xmlns:a16="http://schemas.microsoft.com/office/drawing/2014/main" id="{9E19FD12-7E30-44C5-A674-0B548093CA90}"/>
                </a:ext>
              </a:extLst>
            </p:cNvPr>
            <p:cNvCxnSpPr>
              <a:cxnSpLocks/>
            </p:cNvCxnSpPr>
            <p:nvPr/>
          </p:nvCxnSpPr>
          <p:spPr>
            <a:xfrm>
              <a:off x="5564449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Gerader Verbinder 197">
              <a:extLst>
                <a:ext uri="{FF2B5EF4-FFF2-40B4-BE49-F238E27FC236}">
                  <a16:creationId xmlns:a16="http://schemas.microsoft.com/office/drawing/2014/main" id="{D7E49DC5-D463-441B-A1B5-DCFBCB38863E}"/>
                </a:ext>
              </a:extLst>
            </p:cNvPr>
            <p:cNvCxnSpPr>
              <a:cxnSpLocks/>
            </p:cNvCxnSpPr>
            <p:nvPr/>
          </p:nvCxnSpPr>
          <p:spPr>
            <a:xfrm>
              <a:off x="5994906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Gerader Verbinder 198">
              <a:extLst>
                <a:ext uri="{FF2B5EF4-FFF2-40B4-BE49-F238E27FC236}">
                  <a16:creationId xmlns:a16="http://schemas.microsoft.com/office/drawing/2014/main" id="{99641C78-DCC9-47F6-BDA3-D89B18F732E9}"/>
                </a:ext>
              </a:extLst>
            </p:cNvPr>
            <p:cNvCxnSpPr>
              <a:cxnSpLocks/>
            </p:cNvCxnSpPr>
            <p:nvPr/>
          </p:nvCxnSpPr>
          <p:spPr>
            <a:xfrm>
              <a:off x="6426684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Gerader Verbinder 199">
              <a:extLst>
                <a:ext uri="{FF2B5EF4-FFF2-40B4-BE49-F238E27FC236}">
                  <a16:creationId xmlns:a16="http://schemas.microsoft.com/office/drawing/2014/main" id="{913A53E6-0C6A-4276-BD6A-CCD63DECACFF}"/>
                </a:ext>
              </a:extLst>
            </p:cNvPr>
            <p:cNvCxnSpPr>
              <a:cxnSpLocks/>
            </p:cNvCxnSpPr>
            <p:nvPr/>
          </p:nvCxnSpPr>
          <p:spPr>
            <a:xfrm>
              <a:off x="6855475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Gerader Verbinder 200">
              <a:extLst>
                <a:ext uri="{FF2B5EF4-FFF2-40B4-BE49-F238E27FC236}">
                  <a16:creationId xmlns:a16="http://schemas.microsoft.com/office/drawing/2014/main" id="{A9FD6E68-B3F2-45F6-ADF5-058634F11884}"/>
                </a:ext>
              </a:extLst>
            </p:cNvPr>
            <p:cNvCxnSpPr>
              <a:cxnSpLocks/>
            </p:cNvCxnSpPr>
            <p:nvPr/>
          </p:nvCxnSpPr>
          <p:spPr>
            <a:xfrm>
              <a:off x="7287253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Textfeld 201">
              <a:extLst>
                <a:ext uri="{FF2B5EF4-FFF2-40B4-BE49-F238E27FC236}">
                  <a16:creationId xmlns:a16="http://schemas.microsoft.com/office/drawing/2014/main" id="{5EC6D132-ACCE-4C9B-83F7-FDCCF9A437CA}"/>
                </a:ext>
              </a:extLst>
            </p:cNvPr>
            <p:cNvSpPr txBox="1"/>
            <p:nvPr/>
          </p:nvSpPr>
          <p:spPr>
            <a:xfrm>
              <a:off x="4335313" y="1904051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203" name="Textfeld 202">
              <a:extLst>
                <a:ext uri="{FF2B5EF4-FFF2-40B4-BE49-F238E27FC236}">
                  <a16:creationId xmlns:a16="http://schemas.microsoft.com/office/drawing/2014/main" id="{5B76DD40-3A0A-4B28-9629-1173F9E23454}"/>
                </a:ext>
              </a:extLst>
            </p:cNvPr>
            <p:cNvSpPr txBox="1"/>
            <p:nvPr/>
          </p:nvSpPr>
          <p:spPr>
            <a:xfrm>
              <a:off x="4615883" y="1904051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204" name="Rechteck 203">
              <a:extLst>
                <a:ext uri="{FF2B5EF4-FFF2-40B4-BE49-F238E27FC236}">
                  <a16:creationId xmlns:a16="http://schemas.microsoft.com/office/drawing/2014/main" id="{95297790-6159-470A-B049-382E98DB089F}"/>
                </a:ext>
              </a:extLst>
            </p:cNvPr>
            <p:cNvSpPr/>
            <p:nvPr/>
          </p:nvSpPr>
          <p:spPr>
            <a:xfrm>
              <a:off x="4916742" y="2516929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205" name="Gerader Verbinder 204">
              <a:extLst>
                <a:ext uri="{FF2B5EF4-FFF2-40B4-BE49-F238E27FC236}">
                  <a16:creationId xmlns:a16="http://schemas.microsoft.com/office/drawing/2014/main" id="{2D7352C2-5724-45BD-88A5-1A8B13CFD837}"/>
                </a:ext>
              </a:extLst>
            </p:cNvPr>
            <p:cNvCxnSpPr>
              <a:cxnSpLocks/>
            </p:cNvCxnSpPr>
            <p:nvPr/>
          </p:nvCxnSpPr>
          <p:spPr>
            <a:xfrm>
              <a:off x="4480070" y="275898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Textfeld 205">
              <a:extLst>
                <a:ext uri="{FF2B5EF4-FFF2-40B4-BE49-F238E27FC236}">
                  <a16:creationId xmlns:a16="http://schemas.microsoft.com/office/drawing/2014/main" id="{9ED491BC-A8C3-4BF6-82F8-297ED75EBD7F}"/>
                </a:ext>
              </a:extLst>
            </p:cNvPr>
            <p:cNvSpPr txBox="1"/>
            <p:nvPr/>
          </p:nvSpPr>
          <p:spPr>
            <a:xfrm>
              <a:off x="4998861" y="2874555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207" name="Textfeld 206">
              <a:extLst>
                <a:ext uri="{FF2B5EF4-FFF2-40B4-BE49-F238E27FC236}">
                  <a16:creationId xmlns:a16="http://schemas.microsoft.com/office/drawing/2014/main" id="{B0E1009E-47DB-4D87-82D2-758A0BF381F0}"/>
                </a:ext>
              </a:extLst>
            </p:cNvPr>
            <p:cNvSpPr txBox="1"/>
            <p:nvPr/>
          </p:nvSpPr>
          <p:spPr>
            <a:xfrm>
              <a:off x="5433217" y="2874555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208" name="Textfeld 207">
              <a:extLst>
                <a:ext uri="{FF2B5EF4-FFF2-40B4-BE49-F238E27FC236}">
                  <a16:creationId xmlns:a16="http://schemas.microsoft.com/office/drawing/2014/main" id="{DF39BB7A-846A-48A2-8772-78911C4E97E7}"/>
                </a:ext>
              </a:extLst>
            </p:cNvPr>
            <p:cNvSpPr txBox="1"/>
            <p:nvPr/>
          </p:nvSpPr>
          <p:spPr>
            <a:xfrm>
              <a:off x="5862874" y="2874555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209" name="Textfeld 208">
              <a:extLst>
                <a:ext uri="{FF2B5EF4-FFF2-40B4-BE49-F238E27FC236}">
                  <a16:creationId xmlns:a16="http://schemas.microsoft.com/office/drawing/2014/main" id="{5C8BBF8B-1634-4681-90E3-9BEFF38013C3}"/>
                </a:ext>
              </a:extLst>
            </p:cNvPr>
            <p:cNvSpPr txBox="1"/>
            <p:nvPr/>
          </p:nvSpPr>
          <p:spPr>
            <a:xfrm>
              <a:off x="6289901" y="2874555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210" name="Textfeld 209">
              <a:extLst>
                <a:ext uri="{FF2B5EF4-FFF2-40B4-BE49-F238E27FC236}">
                  <a16:creationId xmlns:a16="http://schemas.microsoft.com/office/drawing/2014/main" id="{4B87335E-3B4F-4A58-8640-D2DAF0784BD9}"/>
                </a:ext>
              </a:extLst>
            </p:cNvPr>
            <p:cNvSpPr txBox="1"/>
            <p:nvPr/>
          </p:nvSpPr>
          <p:spPr>
            <a:xfrm>
              <a:off x="6728737" y="2874555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211" name="Textfeld 210">
              <a:extLst>
                <a:ext uri="{FF2B5EF4-FFF2-40B4-BE49-F238E27FC236}">
                  <a16:creationId xmlns:a16="http://schemas.microsoft.com/office/drawing/2014/main" id="{F3E44368-E4A3-4430-9EF6-28687EE80D56}"/>
                </a:ext>
              </a:extLst>
            </p:cNvPr>
            <p:cNvSpPr txBox="1"/>
            <p:nvPr/>
          </p:nvSpPr>
          <p:spPr>
            <a:xfrm>
              <a:off x="7162337" y="2874555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212" name="Rechteck 211">
              <a:extLst>
                <a:ext uri="{FF2B5EF4-FFF2-40B4-BE49-F238E27FC236}">
                  <a16:creationId xmlns:a16="http://schemas.microsoft.com/office/drawing/2014/main" id="{6179001D-519D-4A4C-A4A8-F1DB39500306}"/>
                </a:ext>
              </a:extLst>
            </p:cNvPr>
            <p:cNvSpPr/>
            <p:nvPr/>
          </p:nvSpPr>
          <p:spPr>
            <a:xfrm>
              <a:off x="5347480" y="2516929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13" name="Rechteck 212">
              <a:extLst>
                <a:ext uri="{FF2B5EF4-FFF2-40B4-BE49-F238E27FC236}">
                  <a16:creationId xmlns:a16="http://schemas.microsoft.com/office/drawing/2014/main" id="{109E7A25-A116-432B-B12B-0A559A33CD68}"/>
                </a:ext>
              </a:extLst>
            </p:cNvPr>
            <p:cNvSpPr/>
            <p:nvPr/>
          </p:nvSpPr>
          <p:spPr>
            <a:xfrm>
              <a:off x="5777937" y="2516929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EK3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14" name="Rechteck 213">
              <a:extLst>
                <a:ext uri="{FF2B5EF4-FFF2-40B4-BE49-F238E27FC236}">
                  <a16:creationId xmlns:a16="http://schemas.microsoft.com/office/drawing/2014/main" id="{2A8E821A-561F-4E99-A76E-D4988F9A85A8}"/>
                </a:ext>
              </a:extLst>
            </p:cNvPr>
            <p:cNvSpPr/>
            <p:nvPr/>
          </p:nvSpPr>
          <p:spPr>
            <a:xfrm>
              <a:off x="6207768" y="2516929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EK4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15" name="Rechteck 214">
              <a:extLst>
                <a:ext uri="{FF2B5EF4-FFF2-40B4-BE49-F238E27FC236}">
                  <a16:creationId xmlns:a16="http://schemas.microsoft.com/office/drawing/2014/main" id="{ED162D88-FD46-4ACA-8950-4EA3295DECDC}"/>
                </a:ext>
              </a:extLst>
            </p:cNvPr>
            <p:cNvSpPr/>
            <p:nvPr/>
          </p:nvSpPr>
          <p:spPr>
            <a:xfrm>
              <a:off x="6638506" y="2516929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EK5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16" name="Rechteck 215">
              <a:extLst>
                <a:ext uri="{FF2B5EF4-FFF2-40B4-BE49-F238E27FC236}">
                  <a16:creationId xmlns:a16="http://schemas.microsoft.com/office/drawing/2014/main" id="{A5094117-B93A-4BDC-B089-C7B380338C42}"/>
                </a:ext>
              </a:extLst>
            </p:cNvPr>
            <p:cNvSpPr/>
            <p:nvPr/>
          </p:nvSpPr>
          <p:spPr>
            <a:xfrm>
              <a:off x="7067375" y="2516929"/>
              <a:ext cx="430379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EK6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17" name="Rechteck 216">
              <a:extLst>
                <a:ext uri="{FF2B5EF4-FFF2-40B4-BE49-F238E27FC236}">
                  <a16:creationId xmlns:a16="http://schemas.microsoft.com/office/drawing/2014/main" id="{C6063F12-34D7-41D6-842C-CC447BA139E8}"/>
                </a:ext>
              </a:extLst>
            </p:cNvPr>
            <p:cNvSpPr/>
            <p:nvPr/>
          </p:nvSpPr>
          <p:spPr>
            <a:xfrm>
              <a:off x="4335626" y="2516929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18" name="Rechteck 217">
              <a:extLst>
                <a:ext uri="{FF2B5EF4-FFF2-40B4-BE49-F238E27FC236}">
                  <a16:creationId xmlns:a16="http://schemas.microsoft.com/office/drawing/2014/main" id="{B901DB76-2518-4342-95F6-8243AFBD7504}"/>
                </a:ext>
              </a:extLst>
            </p:cNvPr>
            <p:cNvSpPr/>
            <p:nvPr/>
          </p:nvSpPr>
          <p:spPr>
            <a:xfrm>
              <a:off x="4626147" y="2516918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219" name="Gerader Verbinder 218">
              <a:extLst>
                <a:ext uri="{FF2B5EF4-FFF2-40B4-BE49-F238E27FC236}">
                  <a16:creationId xmlns:a16="http://schemas.microsoft.com/office/drawing/2014/main" id="{A4D36899-6226-4217-BAF2-80CD6A297E6E}"/>
                </a:ext>
              </a:extLst>
            </p:cNvPr>
            <p:cNvCxnSpPr>
              <a:cxnSpLocks/>
            </p:cNvCxnSpPr>
            <p:nvPr/>
          </p:nvCxnSpPr>
          <p:spPr>
            <a:xfrm>
              <a:off x="4764869" y="275898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Gerader Verbinder 219">
              <a:extLst>
                <a:ext uri="{FF2B5EF4-FFF2-40B4-BE49-F238E27FC236}">
                  <a16:creationId xmlns:a16="http://schemas.microsoft.com/office/drawing/2014/main" id="{880F580C-1C67-47F8-B33C-93BFA2C57F65}"/>
                </a:ext>
              </a:extLst>
            </p:cNvPr>
            <p:cNvCxnSpPr>
              <a:cxnSpLocks/>
            </p:cNvCxnSpPr>
            <p:nvPr/>
          </p:nvCxnSpPr>
          <p:spPr>
            <a:xfrm>
              <a:off x="5131410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Gerader Verbinder 220">
              <a:extLst>
                <a:ext uri="{FF2B5EF4-FFF2-40B4-BE49-F238E27FC236}">
                  <a16:creationId xmlns:a16="http://schemas.microsoft.com/office/drawing/2014/main" id="{46A023B7-7403-4AC7-B5E1-537D89CD6DC5}"/>
                </a:ext>
              </a:extLst>
            </p:cNvPr>
            <p:cNvCxnSpPr>
              <a:cxnSpLocks/>
            </p:cNvCxnSpPr>
            <p:nvPr/>
          </p:nvCxnSpPr>
          <p:spPr>
            <a:xfrm>
              <a:off x="5563188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Gerader Verbinder 221">
              <a:extLst>
                <a:ext uri="{FF2B5EF4-FFF2-40B4-BE49-F238E27FC236}">
                  <a16:creationId xmlns:a16="http://schemas.microsoft.com/office/drawing/2014/main" id="{A4B7262E-9106-4856-8EA7-C5CC8DD8063B}"/>
                </a:ext>
              </a:extLst>
            </p:cNvPr>
            <p:cNvCxnSpPr>
              <a:cxnSpLocks/>
            </p:cNvCxnSpPr>
            <p:nvPr/>
          </p:nvCxnSpPr>
          <p:spPr>
            <a:xfrm>
              <a:off x="5993645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Gerader Verbinder 222">
              <a:extLst>
                <a:ext uri="{FF2B5EF4-FFF2-40B4-BE49-F238E27FC236}">
                  <a16:creationId xmlns:a16="http://schemas.microsoft.com/office/drawing/2014/main" id="{7B8B73FA-4700-4001-804A-C8064C720472}"/>
                </a:ext>
              </a:extLst>
            </p:cNvPr>
            <p:cNvCxnSpPr>
              <a:cxnSpLocks/>
            </p:cNvCxnSpPr>
            <p:nvPr/>
          </p:nvCxnSpPr>
          <p:spPr>
            <a:xfrm>
              <a:off x="6425423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Gerader Verbinder 223">
              <a:extLst>
                <a:ext uri="{FF2B5EF4-FFF2-40B4-BE49-F238E27FC236}">
                  <a16:creationId xmlns:a16="http://schemas.microsoft.com/office/drawing/2014/main" id="{59849D0B-EF21-4466-ADB1-85F6DFFCFA99}"/>
                </a:ext>
              </a:extLst>
            </p:cNvPr>
            <p:cNvCxnSpPr>
              <a:cxnSpLocks/>
            </p:cNvCxnSpPr>
            <p:nvPr/>
          </p:nvCxnSpPr>
          <p:spPr>
            <a:xfrm>
              <a:off x="6854214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Gerader Verbinder 224">
              <a:extLst>
                <a:ext uri="{FF2B5EF4-FFF2-40B4-BE49-F238E27FC236}">
                  <a16:creationId xmlns:a16="http://schemas.microsoft.com/office/drawing/2014/main" id="{67E1EF98-884C-4342-9163-EBB3186E9722}"/>
                </a:ext>
              </a:extLst>
            </p:cNvPr>
            <p:cNvCxnSpPr>
              <a:cxnSpLocks/>
            </p:cNvCxnSpPr>
            <p:nvPr/>
          </p:nvCxnSpPr>
          <p:spPr>
            <a:xfrm>
              <a:off x="7285992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Textfeld 225">
              <a:extLst>
                <a:ext uri="{FF2B5EF4-FFF2-40B4-BE49-F238E27FC236}">
                  <a16:creationId xmlns:a16="http://schemas.microsoft.com/office/drawing/2014/main" id="{4AB07771-1867-49F9-8F4A-FACEB11F6E44}"/>
                </a:ext>
              </a:extLst>
            </p:cNvPr>
            <p:cNvSpPr txBox="1"/>
            <p:nvPr/>
          </p:nvSpPr>
          <p:spPr>
            <a:xfrm>
              <a:off x="4334052" y="2874555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227" name="Textfeld 226">
              <a:extLst>
                <a:ext uri="{FF2B5EF4-FFF2-40B4-BE49-F238E27FC236}">
                  <a16:creationId xmlns:a16="http://schemas.microsoft.com/office/drawing/2014/main" id="{CC8F7347-360D-4493-A37E-A2C035E2F764}"/>
                </a:ext>
              </a:extLst>
            </p:cNvPr>
            <p:cNvSpPr txBox="1"/>
            <p:nvPr/>
          </p:nvSpPr>
          <p:spPr>
            <a:xfrm>
              <a:off x="4614622" y="2874555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</p:grpSp>
      <p:grpSp>
        <p:nvGrpSpPr>
          <p:cNvPr id="736" name="Gruppieren 735">
            <a:extLst>
              <a:ext uri="{FF2B5EF4-FFF2-40B4-BE49-F238E27FC236}">
                <a16:creationId xmlns:a16="http://schemas.microsoft.com/office/drawing/2014/main" id="{EAE971EF-DE37-4E00-B45A-9DC107986B8B}"/>
              </a:ext>
            </a:extLst>
          </p:cNvPr>
          <p:cNvGrpSpPr/>
          <p:nvPr/>
        </p:nvGrpSpPr>
        <p:grpSpPr>
          <a:xfrm>
            <a:off x="452267" y="280900"/>
            <a:ext cx="3163702" cy="1232114"/>
            <a:chOff x="4334052" y="1904051"/>
            <a:chExt cx="3163702" cy="1232114"/>
          </a:xfrm>
        </p:grpSpPr>
        <p:sp>
          <p:nvSpPr>
            <p:cNvPr id="737" name="Rechteck 736">
              <a:extLst>
                <a:ext uri="{FF2B5EF4-FFF2-40B4-BE49-F238E27FC236}">
                  <a16:creationId xmlns:a16="http://schemas.microsoft.com/office/drawing/2014/main" id="{1686951D-F622-497A-A733-0481CFEBD325}"/>
                </a:ext>
              </a:extLst>
            </p:cNvPr>
            <p:cNvSpPr/>
            <p:nvPr/>
          </p:nvSpPr>
          <p:spPr>
            <a:xfrm>
              <a:off x="4918003" y="2277289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738" name="Gerader Verbinder 737">
              <a:extLst>
                <a:ext uri="{FF2B5EF4-FFF2-40B4-BE49-F238E27FC236}">
                  <a16:creationId xmlns:a16="http://schemas.microsoft.com/office/drawing/2014/main" id="{6FF6ECDC-02DD-422A-8C8B-040BA8DCC0F2}"/>
                </a:ext>
              </a:extLst>
            </p:cNvPr>
            <p:cNvCxnSpPr>
              <a:cxnSpLocks/>
            </p:cNvCxnSpPr>
            <p:nvPr/>
          </p:nvCxnSpPr>
          <p:spPr>
            <a:xfrm>
              <a:off x="4481331" y="215263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9" name="Textfeld 738">
              <a:extLst>
                <a:ext uri="{FF2B5EF4-FFF2-40B4-BE49-F238E27FC236}">
                  <a16:creationId xmlns:a16="http://schemas.microsoft.com/office/drawing/2014/main" id="{C01EAC1C-785A-4321-BD1C-A066F635D0CF}"/>
                </a:ext>
              </a:extLst>
            </p:cNvPr>
            <p:cNvSpPr txBox="1"/>
            <p:nvPr/>
          </p:nvSpPr>
          <p:spPr>
            <a:xfrm>
              <a:off x="5000122" y="1904051"/>
              <a:ext cx="2744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G</a:t>
              </a:r>
            </a:p>
          </p:txBody>
        </p:sp>
        <p:sp>
          <p:nvSpPr>
            <p:cNvPr id="740" name="Textfeld 739">
              <a:extLst>
                <a:ext uri="{FF2B5EF4-FFF2-40B4-BE49-F238E27FC236}">
                  <a16:creationId xmlns:a16="http://schemas.microsoft.com/office/drawing/2014/main" id="{9E29D19A-45B1-4C55-9CFC-4763C91883FA}"/>
                </a:ext>
              </a:extLst>
            </p:cNvPr>
            <p:cNvSpPr txBox="1"/>
            <p:nvPr/>
          </p:nvSpPr>
          <p:spPr>
            <a:xfrm>
              <a:off x="5434478" y="1904051"/>
              <a:ext cx="2728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H</a:t>
              </a:r>
            </a:p>
          </p:txBody>
        </p:sp>
        <p:sp>
          <p:nvSpPr>
            <p:cNvPr id="741" name="Textfeld 740">
              <a:extLst>
                <a:ext uri="{FF2B5EF4-FFF2-40B4-BE49-F238E27FC236}">
                  <a16:creationId xmlns:a16="http://schemas.microsoft.com/office/drawing/2014/main" id="{DE3889FC-4776-4A3E-BC45-20A8C7F23CEF}"/>
                </a:ext>
              </a:extLst>
            </p:cNvPr>
            <p:cNvSpPr txBox="1"/>
            <p:nvPr/>
          </p:nvSpPr>
          <p:spPr>
            <a:xfrm>
              <a:off x="5888318" y="1904051"/>
              <a:ext cx="2199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I</a:t>
              </a:r>
            </a:p>
          </p:txBody>
        </p:sp>
        <p:sp>
          <p:nvSpPr>
            <p:cNvPr id="742" name="Textfeld 741">
              <a:extLst>
                <a:ext uri="{FF2B5EF4-FFF2-40B4-BE49-F238E27FC236}">
                  <a16:creationId xmlns:a16="http://schemas.microsoft.com/office/drawing/2014/main" id="{96B2C379-999D-4871-91B6-F6DA58947D5A}"/>
                </a:ext>
              </a:extLst>
            </p:cNvPr>
            <p:cNvSpPr txBox="1"/>
            <p:nvPr/>
          </p:nvSpPr>
          <p:spPr>
            <a:xfrm>
              <a:off x="6316809" y="1904051"/>
              <a:ext cx="2295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J</a:t>
              </a:r>
            </a:p>
          </p:txBody>
        </p:sp>
        <p:sp>
          <p:nvSpPr>
            <p:cNvPr id="743" name="Textfeld 742">
              <a:extLst>
                <a:ext uri="{FF2B5EF4-FFF2-40B4-BE49-F238E27FC236}">
                  <a16:creationId xmlns:a16="http://schemas.microsoft.com/office/drawing/2014/main" id="{D2D28049-530F-4F34-AA5F-62482808C17C}"/>
                </a:ext>
              </a:extLst>
            </p:cNvPr>
            <p:cNvSpPr txBox="1"/>
            <p:nvPr/>
          </p:nvSpPr>
          <p:spPr>
            <a:xfrm>
              <a:off x="6729998" y="1904051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K</a:t>
              </a:r>
            </a:p>
          </p:txBody>
        </p:sp>
        <p:sp>
          <p:nvSpPr>
            <p:cNvPr id="744" name="Textfeld 743">
              <a:extLst>
                <a:ext uri="{FF2B5EF4-FFF2-40B4-BE49-F238E27FC236}">
                  <a16:creationId xmlns:a16="http://schemas.microsoft.com/office/drawing/2014/main" id="{4E20B579-D340-4C68-A4B5-525DEE974F8A}"/>
                </a:ext>
              </a:extLst>
            </p:cNvPr>
            <p:cNvSpPr txBox="1"/>
            <p:nvPr/>
          </p:nvSpPr>
          <p:spPr>
            <a:xfrm>
              <a:off x="7163598" y="1904051"/>
              <a:ext cx="24397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L</a:t>
              </a:r>
            </a:p>
          </p:txBody>
        </p:sp>
        <p:sp>
          <p:nvSpPr>
            <p:cNvPr id="745" name="Rechteck 744">
              <a:extLst>
                <a:ext uri="{FF2B5EF4-FFF2-40B4-BE49-F238E27FC236}">
                  <a16:creationId xmlns:a16="http://schemas.microsoft.com/office/drawing/2014/main" id="{17606E98-0C15-4A61-B9C4-BD43CA54A834}"/>
                </a:ext>
              </a:extLst>
            </p:cNvPr>
            <p:cNvSpPr/>
            <p:nvPr/>
          </p:nvSpPr>
          <p:spPr>
            <a:xfrm>
              <a:off x="5348741" y="2277289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46" name="Rechteck 745">
              <a:extLst>
                <a:ext uri="{FF2B5EF4-FFF2-40B4-BE49-F238E27FC236}">
                  <a16:creationId xmlns:a16="http://schemas.microsoft.com/office/drawing/2014/main" id="{E64DA7F5-BD59-4857-9412-3430AAE65330}"/>
                </a:ext>
              </a:extLst>
            </p:cNvPr>
            <p:cNvSpPr/>
            <p:nvPr/>
          </p:nvSpPr>
          <p:spPr>
            <a:xfrm>
              <a:off x="5779198" y="2277289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47" name="Rechteck 746">
              <a:extLst>
                <a:ext uri="{FF2B5EF4-FFF2-40B4-BE49-F238E27FC236}">
                  <a16:creationId xmlns:a16="http://schemas.microsoft.com/office/drawing/2014/main" id="{60DCD98E-1481-49D8-944E-C9F3DA8E8315}"/>
                </a:ext>
              </a:extLst>
            </p:cNvPr>
            <p:cNvSpPr/>
            <p:nvPr/>
          </p:nvSpPr>
          <p:spPr>
            <a:xfrm>
              <a:off x="6209029" y="2277289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48" name="Rechteck 747">
              <a:extLst>
                <a:ext uri="{FF2B5EF4-FFF2-40B4-BE49-F238E27FC236}">
                  <a16:creationId xmlns:a16="http://schemas.microsoft.com/office/drawing/2014/main" id="{6C9DBF49-89CB-459C-8A90-9163247CD6AA}"/>
                </a:ext>
              </a:extLst>
            </p:cNvPr>
            <p:cNvSpPr/>
            <p:nvPr/>
          </p:nvSpPr>
          <p:spPr>
            <a:xfrm>
              <a:off x="6639767" y="2277289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49" name="Rechteck 748">
              <a:extLst>
                <a:ext uri="{FF2B5EF4-FFF2-40B4-BE49-F238E27FC236}">
                  <a16:creationId xmlns:a16="http://schemas.microsoft.com/office/drawing/2014/main" id="{4C32390F-12AA-4F49-ACA6-60656A70A350}"/>
                </a:ext>
              </a:extLst>
            </p:cNvPr>
            <p:cNvSpPr/>
            <p:nvPr/>
          </p:nvSpPr>
          <p:spPr>
            <a:xfrm>
              <a:off x="7067375" y="2277289"/>
              <a:ext cx="426628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50" name="Rechteck 749">
              <a:extLst>
                <a:ext uri="{FF2B5EF4-FFF2-40B4-BE49-F238E27FC236}">
                  <a16:creationId xmlns:a16="http://schemas.microsoft.com/office/drawing/2014/main" id="{A7D3D4F5-A6E5-4ACA-A11E-969FF2DE1B52}"/>
                </a:ext>
              </a:extLst>
            </p:cNvPr>
            <p:cNvSpPr/>
            <p:nvPr/>
          </p:nvSpPr>
          <p:spPr>
            <a:xfrm>
              <a:off x="4335626" y="2277289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51" name="Rechteck 750">
              <a:extLst>
                <a:ext uri="{FF2B5EF4-FFF2-40B4-BE49-F238E27FC236}">
                  <a16:creationId xmlns:a16="http://schemas.microsoft.com/office/drawing/2014/main" id="{16320EE8-D9CD-4AE1-87B6-11F3530F4C3F}"/>
                </a:ext>
              </a:extLst>
            </p:cNvPr>
            <p:cNvSpPr/>
            <p:nvPr/>
          </p:nvSpPr>
          <p:spPr>
            <a:xfrm>
              <a:off x="4627408" y="2277278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752" name="Gerader Verbinder 751">
              <a:extLst>
                <a:ext uri="{FF2B5EF4-FFF2-40B4-BE49-F238E27FC236}">
                  <a16:creationId xmlns:a16="http://schemas.microsoft.com/office/drawing/2014/main" id="{B44FE8B2-4E05-40DA-B93F-FDB31C278669}"/>
                </a:ext>
              </a:extLst>
            </p:cNvPr>
            <p:cNvCxnSpPr>
              <a:cxnSpLocks/>
            </p:cNvCxnSpPr>
            <p:nvPr/>
          </p:nvCxnSpPr>
          <p:spPr>
            <a:xfrm>
              <a:off x="4766130" y="215263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Gerader Verbinder 752">
              <a:extLst>
                <a:ext uri="{FF2B5EF4-FFF2-40B4-BE49-F238E27FC236}">
                  <a16:creationId xmlns:a16="http://schemas.microsoft.com/office/drawing/2014/main" id="{5BCFA45E-2D51-46FC-9450-460CC10DB47D}"/>
                </a:ext>
              </a:extLst>
            </p:cNvPr>
            <p:cNvCxnSpPr>
              <a:cxnSpLocks/>
            </p:cNvCxnSpPr>
            <p:nvPr/>
          </p:nvCxnSpPr>
          <p:spPr>
            <a:xfrm>
              <a:off x="5132671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Gerader Verbinder 753">
              <a:extLst>
                <a:ext uri="{FF2B5EF4-FFF2-40B4-BE49-F238E27FC236}">
                  <a16:creationId xmlns:a16="http://schemas.microsoft.com/office/drawing/2014/main" id="{5FB26DD7-F6E8-4B68-9781-2D8C94A51369}"/>
                </a:ext>
              </a:extLst>
            </p:cNvPr>
            <p:cNvCxnSpPr>
              <a:cxnSpLocks/>
            </p:cNvCxnSpPr>
            <p:nvPr/>
          </p:nvCxnSpPr>
          <p:spPr>
            <a:xfrm>
              <a:off x="5564449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Gerader Verbinder 754">
              <a:extLst>
                <a:ext uri="{FF2B5EF4-FFF2-40B4-BE49-F238E27FC236}">
                  <a16:creationId xmlns:a16="http://schemas.microsoft.com/office/drawing/2014/main" id="{70746A3B-6163-460B-A14E-463CD5154DC3}"/>
                </a:ext>
              </a:extLst>
            </p:cNvPr>
            <p:cNvCxnSpPr>
              <a:cxnSpLocks/>
            </p:cNvCxnSpPr>
            <p:nvPr/>
          </p:nvCxnSpPr>
          <p:spPr>
            <a:xfrm>
              <a:off x="5994906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Gerader Verbinder 755">
              <a:extLst>
                <a:ext uri="{FF2B5EF4-FFF2-40B4-BE49-F238E27FC236}">
                  <a16:creationId xmlns:a16="http://schemas.microsoft.com/office/drawing/2014/main" id="{08771EE9-A1F1-4DE8-B6BA-BCEA2C5E839C}"/>
                </a:ext>
              </a:extLst>
            </p:cNvPr>
            <p:cNvCxnSpPr>
              <a:cxnSpLocks/>
            </p:cNvCxnSpPr>
            <p:nvPr/>
          </p:nvCxnSpPr>
          <p:spPr>
            <a:xfrm>
              <a:off x="6426684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Gerader Verbinder 756">
              <a:extLst>
                <a:ext uri="{FF2B5EF4-FFF2-40B4-BE49-F238E27FC236}">
                  <a16:creationId xmlns:a16="http://schemas.microsoft.com/office/drawing/2014/main" id="{2FB5BC7C-1D33-4C8D-A9EC-E444A1BF8D83}"/>
                </a:ext>
              </a:extLst>
            </p:cNvPr>
            <p:cNvCxnSpPr>
              <a:cxnSpLocks/>
            </p:cNvCxnSpPr>
            <p:nvPr/>
          </p:nvCxnSpPr>
          <p:spPr>
            <a:xfrm>
              <a:off x="6855475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Gerader Verbinder 757">
              <a:extLst>
                <a:ext uri="{FF2B5EF4-FFF2-40B4-BE49-F238E27FC236}">
                  <a16:creationId xmlns:a16="http://schemas.microsoft.com/office/drawing/2014/main" id="{C0BDA3C9-DB9F-4DE7-B36A-8BCC5A792462}"/>
                </a:ext>
              </a:extLst>
            </p:cNvPr>
            <p:cNvCxnSpPr>
              <a:cxnSpLocks/>
            </p:cNvCxnSpPr>
            <p:nvPr/>
          </p:nvCxnSpPr>
          <p:spPr>
            <a:xfrm>
              <a:off x="7287253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9" name="Textfeld 758">
              <a:extLst>
                <a:ext uri="{FF2B5EF4-FFF2-40B4-BE49-F238E27FC236}">
                  <a16:creationId xmlns:a16="http://schemas.microsoft.com/office/drawing/2014/main" id="{583582E1-8660-4F73-ADD6-838328CD34C8}"/>
                </a:ext>
              </a:extLst>
            </p:cNvPr>
            <p:cNvSpPr txBox="1"/>
            <p:nvPr/>
          </p:nvSpPr>
          <p:spPr>
            <a:xfrm>
              <a:off x="4335313" y="1904051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760" name="Textfeld 759">
              <a:extLst>
                <a:ext uri="{FF2B5EF4-FFF2-40B4-BE49-F238E27FC236}">
                  <a16:creationId xmlns:a16="http://schemas.microsoft.com/office/drawing/2014/main" id="{744B6A08-AD5E-45C9-AF32-CEC57048676E}"/>
                </a:ext>
              </a:extLst>
            </p:cNvPr>
            <p:cNvSpPr txBox="1"/>
            <p:nvPr/>
          </p:nvSpPr>
          <p:spPr>
            <a:xfrm>
              <a:off x="4615883" y="1904051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761" name="Rechteck 760">
              <a:extLst>
                <a:ext uri="{FF2B5EF4-FFF2-40B4-BE49-F238E27FC236}">
                  <a16:creationId xmlns:a16="http://schemas.microsoft.com/office/drawing/2014/main" id="{177D8901-3E16-49C9-8887-912071BE5FED}"/>
                </a:ext>
              </a:extLst>
            </p:cNvPr>
            <p:cNvSpPr/>
            <p:nvPr/>
          </p:nvSpPr>
          <p:spPr>
            <a:xfrm>
              <a:off x="4916742" y="2516929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762" name="Gerader Verbinder 761">
              <a:extLst>
                <a:ext uri="{FF2B5EF4-FFF2-40B4-BE49-F238E27FC236}">
                  <a16:creationId xmlns:a16="http://schemas.microsoft.com/office/drawing/2014/main" id="{01542E6A-FBEB-4944-A516-E0247F7281AF}"/>
                </a:ext>
              </a:extLst>
            </p:cNvPr>
            <p:cNvCxnSpPr>
              <a:cxnSpLocks/>
            </p:cNvCxnSpPr>
            <p:nvPr/>
          </p:nvCxnSpPr>
          <p:spPr>
            <a:xfrm>
              <a:off x="4480070" y="275898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3" name="Textfeld 762">
              <a:extLst>
                <a:ext uri="{FF2B5EF4-FFF2-40B4-BE49-F238E27FC236}">
                  <a16:creationId xmlns:a16="http://schemas.microsoft.com/office/drawing/2014/main" id="{734AEA95-3FF9-4754-AA6A-FD945C201B90}"/>
                </a:ext>
              </a:extLst>
            </p:cNvPr>
            <p:cNvSpPr txBox="1"/>
            <p:nvPr/>
          </p:nvSpPr>
          <p:spPr>
            <a:xfrm>
              <a:off x="4998861" y="2874555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764" name="Textfeld 763">
              <a:extLst>
                <a:ext uri="{FF2B5EF4-FFF2-40B4-BE49-F238E27FC236}">
                  <a16:creationId xmlns:a16="http://schemas.microsoft.com/office/drawing/2014/main" id="{85DD976A-3F83-4718-9F96-EE04BF6E939D}"/>
                </a:ext>
              </a:extLst>
            </p:cNvPr>
            <p:cNvSpPr txBox="1"/>
            <p:nvPr/>
          </p:nvSpPr>
          <p:spPr>
            <a:xfrm>
              <a:off x="5433217" y="2874555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765" name="Textfeld 764">
              <a:extLst>
                <a:ext uri="{FF2B5EF4-FFF2-40B4-BE49-F238E27FC236}">
                  <a16:creationId xmlns:a16="http://schemas.microsoft.com/office/drawing/2014/main" id="{1DFFCB28-E6D4-47D2-B68E-65B3DFB5A235}"/>
                </a:ext>
              </a:extLst>
            </p:cNvPr>
            <p:cNvSpPr txBox="1"/>
            <p:nvPr/>
          </p:nvSpPr>
          <p:spPr>
            <a:xfrm>
              <a:off x="5862874" y="2874555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766" name="Textfeld 765">
              <a:extLst>
                <a:ext uri="{FF2B5EF4-FFF2-40B4-BE49-F238E27FC236}">
                  <a16:creationId xmlns:a16="http://schemas.microsoft.com/office/drawing/2014/main" id="{9208762C-1B9C-4F4E-9A51-F75B7ADAB661}"/>
                </a:ext>
              </a:extLst>
            </p:cNvPr>
            <p:cNvSpPr txBox="1"/>
            <p:nvPr/>
          </p:nvSpPr>
          <p:spPr>
            <a:xfrm>
              <a:off x="6289901" y="2874555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767" name="Textfeld 766">
              <a:extLst>
                <a:ext uri="{FF2B5EF4-FFF2-40B4-BE49-F238E27FC236}">
                  <a16:creationId xmlns:a16="http://schemas.microsoft.com/office/drawing/2014/main" id="{328344CB-6D4C-417B-9251-1BD3C6EB9900}"/>
                </a:ext>
              </a:extLst>
            </p:cNvPr>
            <p:cNvSpPr txBox="1"/>
            <p:nvPr/>
          </p:nvSpPr>
          <p:spPr>
            <a:xfrm>
              <a:off x="6728737" y="2874555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768" name="Textfeld 767">
              <a:extLst>
                <a:ext uri="{FF2B5EF4-FFF2-40B4-BE49-F238E27FC236}">
                  <a16:creationId xmlns:a16="http://schemas.microsoft.com/office/drawing/2014/main" id="{BEA4328B-8990-4E90-A7C7-F493AD49D6E9}"/>
                </a:ext>
              </a:extLst>
            </p:cNvPr>
            <p:cNvSpPr txBox="1"/>
            <p:nvPr/>
          </p:nvSpPr>
          <p:spPr>
            <a:xfrm>
              <a:off x="7162337" y="2874555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769" name="Rechteck 768">
              <a:extLst>
                <a:ext uri="{FF2B5EF4-FFF2-40B4-BE49-F238E27FC236}">
                  <a16:creationId xmlns:a16="http://schemas.microsoft.com/office/drawing/2014/main" id="{1054DF06-A6FF-4BD9-9689-BE6A2D14E171}"/>
                </a:ext>
              </a:extLst>
            </p:cNvPr>
            <p:cNvSpPr/>
            <p:nvPr/>
          </p:nvSpPr>
          <p:spPr>
            <a:xfrm>
              <a:off x="5347480" y="2516929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70" name="Rechteck 769">
              <a:extLst>
                <a:ext uri="{FF2B5EF4-FFF2-40B4-BE49-F238E27FC236}">
                  <a16:creationId xmlns:a16="http://schemas.microsoft.com/office/drawing/2014/main" id="{A8DFA27B-32CC-47B5-BA79-DE664169E8F1}"/>
                </a:ext>
              </a:extLst>
            </p:cNvPr>
            <p:cNvSpPr/>
            <p:nvPr/>
          </p:nvSpPr>
          <p:spPr>
            <a:xfrm>
              <a:off x="5777937" y="2516929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71" name="Rechteck 770">
              <a:extLst>
                <a:ext uri="{FF2B5EF4-FFF2-40B4-BE49-F238E27FC236}">
                  <a16:creationId xmlns:a16="http://schemas.microsoft.com/office/drawing/2014/main" id="{22A724DC-129F-409B-9F37-E1E97624AE3C}"/>
                </a:ext>
              </a:extLst>
            </p:cNvPr>
            <p:cNvSpPr/>
            <p:nvPr/>
          </p:nvSpPr>
          <p:spPr>
            <a:xfrm>
              <a:off x="6207768" y="2516929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72" name="Rechteck 771">
              <a:extLst>
                <a:ext uri="{FF2B5EF4-FFF2-40B4-BE49-F238E27FC236}">
                  <a16:creationId xmlns:a16="http://schemas.microsoft.com/office/drawing/2014/main" id="{B139B802-78DE-42CC-A74F-2377EDA8C5D6}"/>
                </a:ext>
              </a:extLst>
            </p:cNvPr>
            <p:cNvSpPr/>
            <p:nvPr/>
          </p:nvSpPr>
          <p:spPr>
            <a:xfrm>
              <a:off x="6638506" y="2516929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73" name="Rechteck 772">
              <a:extLst>
                <a:ext uri="{FF2B5EF4-FFF2-40B4-BE49-F238E27FC236}">
                  <a16:creationId xmlns:a16="http://schemas.microsoft.com/office/drawing/2014/main" id="{A135C4C0-83B3-4387-A68B-E92FFD42783A}"/>
                </a:ext>
              </a:extLst>
            </p:cNvPr>
            <p:cNvSpPr/>
            <p:nvPr/>
          </p:nvSpPr>
          <p:spPr>
            <a:xfrm>
              <a:off x="7067375" y="2516929"/>
              <a:ext cx="430379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74" name="Rechteck 773">
              <a:extLst>
                <a:ext uri="{FF2B5EF4-FFF2-40B4-BE49-F238E27FC236}">
                  <a16:creationId xmlns:a16="http://schemas.microsoft.com/office/drawing/2014/main" id="{4A0052D9-93FE-4103-B40F-97E70A3C1FD9}"/>
                </a:ext>
              </a:extLst>
            </p:cNvPr>
            <p:cNvSpPr/>
            <p:nvPr/>
          </p:nvSpPr>
          <p:spPr>
            <a:xfrm>
              <a:off x="4335626" y="2516929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75" name="Rechteck 774">
              <a:extLst>
                <a:ext uri="{FF2B5EF4-FFF2-40B4-BE49-F238E27FC236}">
                  <a16:creationId xmlns:a16="http://schemas.microsoft.com/office/drawing/2014/main" id="{FF33EE9A-1E82-4121-A8CE-B96A0CEE4371}"/>
                </a:ext>
              </a:extLst>
            </p:cNvPr>
            <p:cNvSpPr/>
            <p:nvPr/>
          </p:nvSpPr>
          <p:spPr>
            <a:xfrm>
              <a:off x="4626147" y="2516918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776" name="Gerader Verbinder 775">
              <a:extLst>
                <a:ext uri="{FF2B5EF4-FFF2-40B4-BE49-F238E27FC236}">
                  <a16:creationId xmlns:a16="http://schemas.microsoft.com/office/drawing/2014/main" id="{972AE73D-D097-4055-A8AD-CB02D8C06D3F}"/>
                </a:ext>
              </a:extLst>
            </p:cNvPr>
            <p:cNvCxnSpPr>
              <a:cxnSpLocks/>
            </p:cNvCxnSpPr>
            <p:nvPr/>
          </p:nvCxnSpPr>
          <p:spPr>
            <a:xfrm>
              <a:off x="4764869" y="275898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7" name="Gerader Verbinder 776">
              <a:extLst>
                <a:ext uri="{FF2B5EF4-FFF2-40B4-BE49-F238E27FC236}">
                  <a16:creationId xmlns:a16="http://schemas.microsoft.com/office/drawing/2014/main" id="{7CDFD4C2-1A9E-4087-AF5F-4DD8F62E9A1A}"/>
                </a:ext>
              </a:extLst>
            </p:cNvPr>
            <p:cNvCxnSpPr>
              <a:cxnSpLocks/>
            </p:cNvCxnSpPr>
            <p:nvPr/>
          </p:nvCxnSpPr>
          <p:spPr>
            <a:xfrm>
              <a:off x="5131410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Gerader Verbinder 777">
              <a:extLst>
                <a:ext uri="{FF2B5EF4-FFF2-40B4-BE49-F238E27FC236}">
                  <a16:creationId xmlns:a16="http://schemas.microsoft.com/office/drawing/2014/main" id="{F75407BB-5816-4250-993F-4CB475D91A0D}"/>
                </a:ext>
              </a:extLst>
            </p:cNvPr>
            <p:cNvCxnSpPr>
              <a:cxnSpLocks/>
            </p:cNvCxnSpPr>
            <p:nvPr/>
          </p:nvCxnSpPr>
          <p:spPr>
            <a:xfrm>
              <a:off x="5563188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Gerader Verbinder 778">
              <a:extLst>
                <a:ext uri="{FF2B5EF4-FFF2-40B4-BE49-F238E27FC236}">
                  <a16:creationId xmlns:a16="http://schemas.microsoft.com/office/drawing/2014/main" id="{5C799598-2B6B-4D1C-B811-72BB04399A8E}"/>
                </a:ext>
              </a:extLst>
            </p:cNvPr>
            <p:cNvCxnSpPr>
              <a:cxnSpLocks/>
            </p:cNvCxnSpPr>
            <p:nvPr/>
          </p:nvCxnSpPr>
          <p:spPr>
            <a:xfrm>
              <a:off x="5993645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Gerader Verbinder 779">
              <a:extLst>
                <a:ext uri="{FF2B5EF4-FFF2-40B4-BE49-F238E27FC236}">
                  <a16:creationId xmlns:a16="http://schemas.microsoft.com/office/drawing/2014/main" id="{8A9B92F9-D1E0-4DB7-AB3B-3B2C2EAC1D15}"/>
                </a:ext>
              </a:extLst>
            </p:cNvPr>
            <p:cNvCxnSpPr>
              <a:cxnSpLocks/>
            </p:cNvCxnSpPr>
            <p:nvPr/>
          </p:nvCxnSpPr>
          <p:spPr>
            <a:xfrm>
              <a:off x="6425423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Gerader Verbinder 780">
              <a:extLst>
                <a:ext uri="{FF2B5EF4-FFF2-40B4-BE49-F238E27FC236}">
                  <a16:creationId xmlns:a16="http://schemas.microsoft.com/office/drawing/2014/main" id="{C8249738-03F7-4794-A563-586240EFEDBA}"/>
                </a:ext>
              </a:extLst>
            </p:cNvPr>
            <p:cNvCxnSpPr>
              <a:cxnSpLocks/>
            </p:cNvCxnSpPr>
            <p:nvPr/>
          </p:nvCxnSpPr>
          <p:spPr>
            <a:xfrm>
              <a:off x="6854214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Gerader Verbinder 781">
              <a:extLst>
                <a:ext uri="{FF2B5EF4-FFF2-40B4-BE49-F238E27FC236}">
                  <a16:creationId xmlns:a16="http://schemas.microsoft.com/office/drawing/2014/main" id="{9AE54E11-847E-452B-9B1D-D5B59E9833F4}"/>
                </a:ext>
              </a:extLst>
            </p:cNvPr>
            <p:cNvCxnSpPr>
              <a:cxnSpLocks/>
            </p:cNvCxnSpPr>
            <p:nvPr/>
          </p:nvCxnSpPr>
          <p:spPr>
            <a:xfrm>
              <a:off x="7285992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3" name="Textfeld 782">
              <a:extLst>
                <a:ext uri="{FF2B5EF4-FFF2-40B4-BE49-F238E27FC236}">
                  <a16:creationId xmlns:a16="http://schemas.microsoft.com/office/drawing/2014/main" id="{98B8CBA5-916A-45A9-BF97-8D5710D28A1C}"/>
                </a:ext>
              </a:extLst>
            </p:cNvPr>
            <p:cNvSpPr txBox="1"/>
            <p:nvPr/>
          </p:nvSpPr>
          <p:spPr>
            <a:xfrm>
              <a:off x="4334052" y="2874555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784" name="Textfeld 783">
              <a:extLst>
                <a:ext uri="{FF2B5EF4-FFF2-40B4-BE49-F238E27FC236}">
                  <a16:creationId xmlns:a16="http://schemas.microsoft.com/office/drawing/2014/main" id="{B1494DAD-8983-4116-8527-C04DEA592012}"/>
                </a:ext>
              </a:extLst>
            </p:cNvPr>
            <p:cNvSpPr txBox="1"/>
            <p:nvPr/>
          </p:nvSpPr>
          <p:spPr>
            <a:xfrm>
              <a:off x="4614622" y="2874555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</p:grpSp>
      <p:grpSp>
        <p:nvGrpSpPr>
          <p:cNvPr id="785" name="Gruppieren 784">
            <a:extLst>
              <a:ext uri="{FF2B5EF4-FFF2-40B4-BE49-F238E27FC236}">
                <a16:creationId xmlns:a16="http://schemas.microsoft.com/office/drawing/2014/main" id="{2D884693-34B4-4A37-94D6-9CD4AA074561}"/>
              </a:ext>
            </a:extLst>
          </p:cNvPr>
          <p:cNvGrpSpPr/>
          <p:nvPr/>
        </p:nvGrpSpPr>
        <p:grpSpPr>
          <a:xfrm>
            <a:off x="4397469" y="1615173"/>
            <a:ext cx="3163702" cy="1232114"/>
            <a:chOff x="4334052" y="1904051"/>
            <a:chExt cx="3163702" cy="1232114"/>
          </a:xfrm>
        </p:grpSpPr>
        <p:sp>
          <p:nvSpPr>
            <p:cNvPr id="786" name="Rechteck 785">
              <a:extLst>
                <a:ext uri="{FF2B5EF4-FFF2-40B4-BE49-F238E27FC236}">
                  <a16:creationId xmlns:a16="http://schemas.microsoft.com/office/drawing/2014/main" id="{2AFA2034-CD91-4B9C-9037-543D27B60BFC}"/>
                </a:ext>
              </a:extLst>
            </p:cNvPr>
            <p:cNvSpPr/>
            <p:nvPr/>
          </p:nvSpPr>
          <p:spPr>
            <a:xfrm>
              <a:off x="4918003" y="2277289"/>
              <a:ext cx="431417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R3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787" name="Gerader Verbinder 786">
              <a:extLst>
                <a:ext uri="{FF2B5EF4-FFF2-40B4-BE49-F238E27FC236}">
                  <a16:creationId xmlns:a16="http://schemas.microsoft.com/office/drawing/2014/main" id="{F3B67E54-4DD9-4E51-99D0-C6A17EF9B037}"/>
                </a:ext>
              </a:extLst>
            </p:cNvPr>
            <p:cNvCxnSpPr>
              <a:cxnSpLocks/>
            </p:cNvCxnSpPr>
            <p:nvPr/>
          </p:nvCxnSpPr>
          <p:spPr>
            <a:xfrm>
              <a:off x="4481331" y="215263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8" name="Textfeld 787">
              <a:extLst>
                <a:ext uri="{FF2B5EF4-FFF2-40B4-BE49-F238E27FC236}">
                  <a16:creationId xmlns:a16="http://schemas.microsoft.com/office/drawing/2014/main" id="{D90A0A7F-7394-4F42-8F49-5843B52AB9E7}"/>
                </a:ext>
              </a:extLst>
            </p:cNvPr>
            <p:cNvSpPr txBox="1"/>
            <p:nvPr/>
          </p:nvSpPr>
          <p:spPr>
            <a:xfrm>
              <a:off x="5000122" y="1904051"/>
              <a:ext cx="2744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G</a:t>
              </a:r>
            </a:p>
          </p:txBody>
        </p:sp>
        <p:sp>
          <p:nvSpPr>
            <p:cNvPr id="789" name="Textfeld 788">
              <a:extLst>
                <a:ext uri="{FF2B5EF4-FFF2-40B4-BE49-F238E27FC236}">
                  <a16:creationId xmlns:a16="http://schemas.microsoft.com/office/drawing/2014/main" id="{079FFD3F-016A-4780-A93B-22D74972C9AE}"/>
                </a:ext>
              </a:extLst>
            </p:cNvPr>
            <p:cNvSpPr txBox="1"/>
            <p:nvPr/>
          </p:nvSpPr>
          <p:spPr>
            <a:xfrm>
              <a:off x="5434478" y="1904051"/>
              <a:ext cx="2728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H</a:t>
              </a:r>
            </a:p>
          </p:txBody>
        </p:sp>
        <p:sp>
          <p:nvSpPr>
            <p:cNvPr id="790" name="Textfeld 789">
              <a:extLst>
                <a:ext uri="{FF2B5EF4-FFF2-40B4-BE49-F238E27FC236}">
                  <a16:creationId xmlns:a16="http://schemas.microsoft.com/office/drawing/2014/main" id="{238105AC-420B-40D5-A519-BCD741ACAD6B}"/>
                </a:ext>
              </a:extLst>
            </p:cNvPr>
            <p:cNvSpPr txBox="1"/>
            <p:nvPr/>
          </p:nvSpPr>
          <p:spPr>
            <a:xfrm>
              <a:off x="5888318" y="1904051"/>
              <a:ext cx="2199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I</a:t>
              </a:r>
            </a:p>
          </p:txBody>
        </p:sp>
        <p:sp>
          <p:nvSpPr>
            <p:cNvPr id="791" name="Textfeld 790">
              <a:extLst>
                <a:ext uri="{FF2B5EF4-FFF2-40B4-BE49-F238E27FC236}">
                  <a16:creationId xmlns:a16="http://schemas.microsoft.com/office/drawing/2014/main" id="{C6A3FD69-6F06-4F20-A780-866F5BFDFDA4}"/>
                </a:ext>
              </a:extLst>
            </p:cNvPr>
            <p:cNvSpPr txBox="1"/>
            <p:nvPr/>
          </p:nvSpPr>
          <p:spPr>
            <a:xfrm>
              <a:off x="6316809" y="1904051"/>
              <a:ext cx="2295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J</a:t>
              </a:r>
            </a:p>
          </p:txBody>
        </p:sp>
        <p:sp>
          <p:nvSpPr>
            <p:cNvPr id="792" name="Textfeld 791">
              <a:extLst>
                <a:ext uri="{FF2B5EF4-FFF2-40B4-BE49-F238E27FC236}">
                  <a16:creationId xmlns:a16="http://schemas.microsoft.com/office/drawing/2014/main" id="{8020AB30-69AB-43B7-BD2D-095202FDAEBA}"/>
                </a:ext>
              </a:extLst>
            </p:cNvPr>
            <p:cNvSpPr txBox="1"/>
            <p:nvPr/>
          </p:nvSpPr>
          <p:spPr>
            <a:xfrm>
              <a:off x="6729998" y="1904051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K</a:t>
              </a:r>
            </a:p>
          </p:txBody>
        </p:sp>
        <p:sp>
          <p:nvSpPr>
            <p:cNvPr id="793" name="Textfeld 792">
              <a:extLst>
                <a:ext uri="{FF2B5EF4-FFF2-40B4-BE49-F238E27FC236}">
                  <a16:creationId xmlns:a16="http://schemas.microsoft.com/office/drawing/2014/main" id="{3B8FA4B0-15C1-4A12-BA34-2F1793DB41E0}"/>
                </a:ext>
              </a:extLst>
            </p:cNvPr>
            <p:cNvSpPr txBox="1"/>
            <p:nvPr/>
          </p:nvSpPr>
          <p:spPr>
            <a:xfrm>
              <a:off x="7163598" y="1904051"/>
              <a:ext cx="24397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L</a:t>
              </a:r>
            </a:p>
          </p:txBody>
        </p:sp>
        <p:sp>
          <p:nvSpPr>
            <p:cNvPr id="794" name="Rechteck 793">
              <a:extLst>
                <a:ext uri="{FF2B5EF4-FFF2-40B4-BE49-F238E27FC236}">
                  <a16:creationId xmlns:a16="http://schemas.microsoft.com/office/drawing/2014/main" id="{3B43D9AA-8F6E-4111-BD59-53E29A235040}"/>
                </a:ext>
              </a:extLst>
            </p:cNvPr>
            <p:cNvSpPr/>
            <p:nvPr/>
          </p:nvSpPr>
          <p:spPr>
            <a:xfrm>
              <a:off x="5348741" y="2277289"/>
              <a:ext cx="431417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G3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95" name="Rechteck 794">
              <a:extLst>
                <a:ext uri="{FF2B5EF4-FFF2-40B4-BE49-F238E27FC236}">
                  <a16:creationId xmlns:a16="http://schemas.microsoft.com/office/drawing/2014/main" id="{124E3A5A-F449-4CDB-88B0-1524E0B77FB3}"/>
                </a:ext>
              </a:extLst>
            </p:cNvPr>
            <p:cNvSpPr/>
            <p:nvPr/>
          </p:nvSpPr>
          <p:spPr>
            <a:xfrm>
              <a:off x="5779198" y="2277289"/>
              <a:ext cx="431417" cy="2402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B3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96" name="Rechteck 795">
              <a:extLst>
                <a:ext uri="{FF2B5EF4-FFF2-40B4-BE49-F238E27FC236}">
                  <a16:creationId xmlns:a16="http://schemas.microsoft.com/office/drawing/2014/main" id="{EB805D8D-62B8-44C4-AAEA-7DC71494C54B}"/>
                </a:ext>
              </a:extLst>
            </p:cNvPr>
            <p:cNvSpPr/>
            <p:nvPr/>
          </p:nvSpPr>
          <p:spPr>
            <a:xfrm>
              <a:off x="6209029" y="2277289"/>
              <a:ext cx="431417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R4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97" name="Rechteck 796">
              <a:extLst>
                <a:ext uri="{FF2B5EF4-FFF2-40B4-BE49-F238E27FC236}">
                  <a16:creationId xmlns:a16="http://schemas.microsoft.com/office/drawing/2014/main" id="{33BC76B9-46E5-4DE9-B92A-A3EEC24DF44F}"/>
                </a:ext>
              </a:extLst>
            </p:cNvPr>
            <p:cNvSpPr/>
            <p:nvPr/>
          </p:nvSpPr>
          <p:spPr>
            <a:xfrm>
              <a:off x="6639767" y="2277289"/>
              <a:ext cx="431417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G4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98" name="Rechteck 797">
              <a:extLst>
                <a:ext uri="{FF2B5EF4-FFF2-40B4-BE49-F238E27FC236}">
                  <a16:creationId xmlns:a16="http://schemas.microsoft.com/office/drawing/2014/main" id="{057FA281-A4B7-44D4-B49F-8A1E7CDEBF6F}"/>
                </a:ext>
              </a:extLst>
            </p:cNvPr>
            <p:cNvSpPr/>
            <p:nvPr/>
          </p:nvSpPr>
          <p:spPr>
            <a:xfrm>
              <a:off x="7067375" y="2277289"/>
              <a:ext cx="426628" cy="2402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B4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99" name="Rechteck 798">
              <a:extLst>
                <a:ext uri="{FF2B5EF4-FFF2-40B4-BE49-F238E27FC236}">
                  <a16:creationId xmlns:a16="http://schemas.microsoft.com/office/drawing/2014/main" id="{C606CCBF-A148-47D0-B6AC-78A493BFE431}"/>
                </a:ext>
              </a:extLst>
            </p:cNvPr>
            <p:cNvSpPr/>
            <p:nvPr/>
          </p:nvSpPr>
          <p:spPr>
            <a:xfrm>
              <a:off x="4335626" y="2277289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00" name="Rechteck 799">
              <a:extLst>
                <a:ext uri="{FF2B5EF4-FFF2-40B4-BE49-F238E27FC236}">
                  <a16:creationId xmlns:a16="http://schemas.microsoft.com/office/drawing/2014/main" id="{663D658E-37A7-4B5E-BDFB-D9FEA2ADB70A}"/>
                </a:ext>
              </a:extLst>
            </p:cNvPr>
            <p:cNvSpPr/>
            <p:nvPr/>
          </p:nvSpPr>
          <p:spPr>
            <a:xfrm>
              <a:off x="4627408" y="2277278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801" name="Gerader Verbinder 800">
              <a:extLst>
                <a:ext uri="{FF2B5EF4-FFF2-40B4-BE49-F238E27FC236}">
                  <a16:creationId xmlns:a16="http://schemas.microsoft.com/office/drawing/2014/main" id="{A8907A10-CF6C-4672-8051-72095398E709}"/>
                </a:ext>
              </a:extLst>
            </p:cNvPr>
            <p:cNvCxnSpPr>
              <a:cxnSpLocks/>
            </p:cNvCxnSpPr>
            <p:nvPr/>
          </p:nvCxnSpPr>
          <p:spPr>
            <a:xfrm>
              <a:off x="4766130" y="215263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Gerader Verbinder 801">
              <a:extLst>
                <a:ext uri="{FF2B5EF4-FFF2-40B4-BE49-F238E27FC236}">
                  <a16:creationId xmlns:a16="http://schemas.microsoft.com/office/drawing/2014/main" id="{CCD30D18-EF23-447E-AABD-C60162F769F8}"/>
                </a:ext>
              </a:extLst>
            </p:cNvPr>
            <p:cNvCxnSpPr>
              <a:cxnSpLocks/>
            </p:cNvCxnSpPr>
            <p:nvPr/>
          </p:nvCxnSpPr>
          <p:spPr>
            <a:xfrm>
              <a:off x="5132671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Gerader Verbinder 802">
              <a:extLst>
                <a:ext uri="{FF2B5EF4-FFF2-40B4-BE49-F238E27FC236}">
                  <a16:creationId xmlns:a16="http://schemas.microsoft.com/office/drawing/2014/main" id="{5451E0FF-226F-4784-BDEC-4585B9D65DE2}"/>
                </a:ext>
              </a:extLst>
            </p:cNvPr>
            <p:cNvCxnSpPr>
              <a:cxnSpLocks/>
            </p:cNvCxnSpPr>
            <p:nvPr/>
          </p:nvCxnSpPr>
          <p:spPr>
            <a:xfrm>
              <a:off x="5564449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Gerader Verbinder 803">
              <a:extLst>
                <a:ext uri="{FF2B5EF4-FFF2-40B4-BE49-F238E27FC236}">
                  <a16:creationId xmlns:a16="http://schemas.microsoft.com/office/drawing/2014/main" id="{64060248-AB13-4149-9749-44FC97169C77}"/>
                </a:ext>
              </a:extLst>
            </p:cNvPr>
            <p:cNvCxnSpPr>
              <a:cxnSpLocks/>
            </p:cNvCxnSpPr>
            <p:nvPr/>
          </p:nvCxnSpPr>
          <p:spPr>
            <a:xfrm>
              <a:off x="5994906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Gerader Verbinder 804">
              <a:extLst>
                <a:ext uri="{FF2B5EF4-FFF2-40B4-BE49-F238E27FC236}">
                  <a16:creationId xmlns:a16="http://schemas.microsoft.com/office/drawing/2014/main" id="{85A6D70E-D9C8-488B-86AE-C72A08D09DCA}"/>
                </a:ext>
              </a:extLst>
            </p:cNvPr>
            <p:cNvCxnSpPr>
              <a:cxnSpLocks/>
            </p:cNvCxnSpPr>
            <p:nvPr/>
          </p:nvCxnSpPr>
          <p:spPr>
            <a:xfrm>
              <a:off x="6426684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Gerader Verbinder 805">
              <a:extLst>
                <a:ext uri="{FF2B5EF4-FFF2-40B4-BE49-F238E27FC236}">
                  <a16:creationId xmlns:a16="http://schemas.microsoft.com/office/drawing/2014/main" id="{136B8548-D5A3-4AE6-9E01-6F1F2334F20B}"/>
                </a:ext>
              </a:extLst>
            </p:cNvPr>
            <p:cNvCxnSpPr>
              <a:cxnSpLocks/>
            </p:cNvCxnSpPr>
            <p:nvPr/>
          </p:nvCxnSpPr>
          <p:spPr>
            <a:xfrm>
              <a:off x="6855475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Gerader Verbinder 806">
              <a:extLst>
                <a:ext uri="{FF2B5EF4-FFF2-40B4-BE49-F238E27FC236}">
                  <a16:creationId xmlns:a16="http://schemas.microsoft.com/office/drawing/2014/main" id="{7140C360-B45F-4A04-A251-BF3765DD3BBB}"/>
                </a:ext>
              </a:extLst>
            </p:cNvPr>
            <p:cNvCxnSpPr>
              <a:cxnSpLocks/>
            </p:cNvCxnSpPr>
            <p:nvPr/>
          </p:nvCxnSpPr>
          <p:spPr>
            <a:xfrm>
              <a:off x="7287253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8" name="Textfeld 807">
              <a:extLst>
                <a:ext uri="{FF2B5EF4-FFF2-40B4-BE49-F238E27FC236}">
                  <a16:creationId xmlns:a16="http://schemas.microsoft.com/office/drawing/2014/main" id="{53BE698B-F207-42F6-A601-AF1A323E980F}"/>
                </a:ext>
              </a:extLst>
            </p:cNvPr>
            <p:cNvSpPr txBox="1"/>
            <p:nvPr/>
          </p:nvSpPr>
          <p:spPr>
            <a:xfrm>
              <a:off x="4335313" y="1904051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809" name="Textfeld 808">
              <a:extLst>
                <a:ext uri="{FF2B5EF4-FFF2-40B4-BE49-F238E27FC236}">
                  <a16:creationId xmlns:a16="http://schemas.microsoft.com/office/drawing/2014/main" id="{E1E8135A-9159-4111-8900-A7121E7710D2}"/>
                </a:ext>
              </a:extLst>
            </p:cNvPr>
            <p:cNvSpPr txBox="1"/>
            <p:nvPr/>
          </p:nvSpPr>
          <p:spPr>
            <a:xfrm>
              <a:off x="4615883" y="1904051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810" name="Rechteck 809">
              <a:extLst>
                <a:ext uri="{FF2B5EF4-FFF2-40B4-BE49-F238E27FC236}">
                  <a16:creationId xmlns:a16="http://schemas.microsoft.com/office/drawing/2014/main" id="{4643695B-789E-4181-8F42-0AE132EC326E}"/>
                </a:ext>
              </a:extLst>
            </p:cNvPr>
            <p:cNvSpPr/>
            <p:nvPr/>
          </p:nvSpPr>
          <p:spPr>
            <a:xfrm>
              <a:off x="4916742" y="2516929"/>
              <a:ext cx="431417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811" name="Gerader Verbinder 810">
              <a:extLst>
                <a:ext uri="{FF2B5EF4-FFF2-40B4-BE49-F238E27FC236}">
                  <a16:creationId xmlns:a16="http://schemas.microsoft.com/office/drawing/2014/main" id="{52F7BB55-6F09-402C-A6E2-F1C59DFDBBB7}"/>
                </a:ext>
              </a:extLst>
            </p:cNvPr>
            <p:cNvCxnSpPr>
              <a:cxnSpLocks/>
            </p:cNvCxnSpPr>
            <p:nvPr/>
          </p:nvCxnSpPr>
          <p:spPr>
            <a:xfrm>
              <a:off x="4480070" y="275898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2" name="Textfeld 811">
              <a:extLst>
                <a:ext uri="{FF2B5EF4-FFF2-40B4-BE49-F238E27FC236}">
                  <a16:creationId xmlns:a16="http://schemas.microsoft.com/office/drawing/2014/main" id="{1752CB2A-13D1-4963-8252-5961368DD97A}"/>
                </a:ext>
              </a:extLst>
            </p:cNvPr>
            <p:cNvSpPr txBox="1"/>
            <p:nvPr/>
          </p:nvSpPr>
          <p:spPr>
            <a:xfrm>
              <a:off x="4998861" y="2874555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813" name="Textfeld 812">
              <a:extLst>
                <a:ext uri="{FF2B5EF4-FFF2-40B4-BE49-F238E27FC236}">
                  <a16:creationId xmlns:a16="http://schemas.microsoft.com/office/drawing/2014/main" id="{689FD94E-2BBF-4761-A3F1-2F07327C81EF}"/>
                </a:ext>
              </a:extLst>
            </p:cNvPr>
            <p:cNvSpPr txBox="1"/>
            <p:nvPr/>
          </p:nvSpPr>
          <p:spPr>
            <a:xfrm>
              <a:off x="5433217" y="2874555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814" name="Textfeld 813">
              <a:extLst>
                <a:ext uri="{FF2B5EF4-FFF2-40B4-BE49-F238E27FC236}">
                  <a16:creationId xmlns:a16="http://schemas.microsoft.com/office/drawing/2014/main" id="{BF13EDCD-F2E0-4119-B2EB-DC6370A6E88A}"/>
                </a:ext>
              </a:extLst>
            </p:cNvPr>
            <p:cNvSpPr txBox="1"/>
            <p:nvPr/>
          </p:nvSpPr>
          <p:spPr>
            <a:xfrm>
              <a:off x="5862874" y="2874555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815" name="Textfeld 814">
              <a:extLst>
                <a:ext uri="{FF2B5EF4-FFF2-40B4-BE49-F238E27FC236}">
                  <a16:creationId xmlns:a16="http://schemas.microsoft.com/office/drawing/2014/main" id="{2D6531AD-A7FF-4C82-8284-0E87ED452D7A}"/>
                </a:ext>
              </a:extLst>
            </p:cNvPr>
            <p:cNvSpPr txBox="1"/>
            <p:nvPr/>
          </p:nvSpPr>
          <p:spPr>
            <a:xfrm>
              <a:off x="6289901" y="2874555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816" name="Textfeld 815">
              <a:extLst>
                <a:ext uri="{FF2B5EF4-FFF2-40B4-BE49-F238E27FC236}">
                  <a16:creationId xmlns:a16="http://schemas.microsoft.com/office/drawing/2014/main" id="{843E8403-055D-48AC-A0AD-26E9D0664609}"/>
                </a:ext>
              </a:extLst>
            </p:cNvPr>
            <p:cNvSpPr txBox="1"/>
            <p:nvPr/>
          </p:nvSpPr>
          <p:spPr>
            <a:xfrm>
              <a:off x="6728737" y="2874555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817" name="Textfeld 816">
              <a:extLst>
                <a:ext uri="{FF2B5EF4-FFF2-40B4-BE49-F238E27FC236}">
                  <a16:creationId xmlns:a16="http://schemas.microsoft.com/office/drawing/2014/main" id="{AE808C82-DAF5-4A38-8631-70DAF03015F4}"/>
                </a:ext>
              </a:extLst>
            </p:cNvPr>
            <p:cNvSpPr txBox="1"/>
            <p:nvPr/>
          </p:nvSpPr>
          <p:spPr>
            <a:xfrm>
              <a:off x="7162337" y="2874555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818" name="Rechteck 817">
              <a:extLst>
                <a:ext uri="{FF2B5EF4-FFF2-40B4-BE49-F238E27FC236}">
                  <a16:creationId xmlns:a16="http://schemas.microsoft.com/office/drawing/2014/main" id="{CEAC5493-46A9-4E8E-BC9C-ACD7E8C0D37E}"/>
                </a:ext>
              </a:extLst>
            </p:cNvPr>
            <p:cNvSpPr/>
            <p:nvPr/>
          </p:nvSpPr>
          <p:spPr>
            <a:xfrm>
              <a:off x="5347480" y="2516929"/>
              <a:ext cx="431417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19" name="Rechteck 818">
              <a:extLst>
                <a:ext uri="{FF2B5EF4-FFF2-40B4-BE49-F238E27FC236}">
                  <a16:creationId xmlns:a16="http://schemas.microsoft.com/office/drawing/2014/main" id="{87193E88-AFFF-4F66-8142-9B16B5F5FC32}"/>
                </a:ext>
              </a:extLst>
            </p:cNvPr>
            <p:cNvSpPr/>
            <p:nvPr/>
          </p:nvSpPr>
          <p:spPr>
            <a:xfrm>
              <a:off x="5777937" y="2516929"/>
              <a:ext cx="431417" cy="2402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20" name="Rechteck 819">
              <a:extLst>
                <a:ext uri="{FF2B5EF4-FFF2-40B4-BE49-F238E27FC236}">
                  <a16:creationId xmlns:a16="http://schemas.microsoft.com/office/drawing/2014/main" id="{67C34DEC-EAAF-4401-A4D9-F1795241AF4A}"/>
                </a:ext>
              </a:extLst>
            </p:cNvPr>
            <p:cNvSpPr/>
            <p:nvPr/>
          </p:nvSpPr>
          <p:spPr>
            <a:xfrm>
              <a:off x="6207768" y="2516929"/>
              <a:ext cx="431417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21" name="Rechteck 820">
              <a:extLst>
                <a:ext uri="{FF2B5EF4-FFF2-40B4-BE49-F238E27FC236}">
                  <a16:creationId xmlns:a16="http://schemas.microsoft.com/office/drawing/2014/main" id="{9A9C70C1-DB86-4562-90CF-AAAEA38FFF67}"/>
                </a:ext>
              </a:extLst>
            </p:cNvPr>
            <p:cNvSpPr/>
            <p:nvPr/>
          </p:nvSpPr>
          <p:spPr>
            <a:xfrm>
              <a:off x="6638506" y="2516929"/>
              <a:ext cx="431417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22" name="Rechteck 821">
              <a:extLst>
                <a:ext uri="{FF2B5EF4-FFF2-40B4-BE49-F238E27FC236}">
                  <a16:creationId xmlns:a16="http://schemas.microsoft.com/office/drawing/2014/main" id="{A0FEE763-C507-4E7C-9C8D-81D55A4BA5F9}"/>
                </a:ext>
              </a:extLst>
            </p:cNvPr>
            <p:cNvSpPr/>
            <p:nvPr/>
          </p:nvSpPr>
          <p:spPr>
            <a:xfrm>
              <a:off x="7067375" y="2516929"/>
              <a:ext cx="430379" cy="2402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23" name="Rechteck 822">
              <a:extLst>
                <a:ext uri="{FF2B5EF4-FFF2-40B4-BE49-F238E27FC236}">
                  <a16:creationId xmlns:a16="http://schemas.microsoft.com/office/drawing/2014/main" id="{FD0F1521-E7C1-4F36-97DC-2C002B6CFAD7}"/>
                </a:ext>
              </a:extLst>
            </p:cNvPr>
            <p:cNvSpPr/>
            <p:nvPr/>
          </p:nvSpPr>
          <p:spPr>
            <a:xfrm>
              <a:off x="4335626" y="2516929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24" name="Rechteck 823">
              <a:extLst>
                <a:ext uri="{FF2B5EF4-FFF2-40B4-BE49-F238E27FC236}">
                  <a16:creationId xmlns:a16="http://schemas.microsoft.com/office/drawing/2014/main" id="{27A91EF5-CE86-46C8-9572-578F4D124073}"/>
                </a:ext>
              </a:extLst>
            </p:cNvPr>
            <p:cNvSpPr/>
            <p:nvPr/>
          </p:nvSpPr>
          <p:spPr>
            <a:xfrm>
              <a:off x="4626147" y="2516918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825" name="Gerader Verbinder 824">
              <a:extLst>
                <a:ext uri="{FF2B5EF4-FFF2-40B4-BE49-F238E27FC236}">
                  <a16:creationId xmlns:a16="http://schemas.microsoft.com/office/drawing/2014/main" id="{01A0B883-4EFC-4439-851A-166A922584F4}"/>
                </a:ext>
              </a:extLst>
            </p:cNvPr>
            <p:cNvCxnSpPr>
              <a:cxnSpLocks/>
            </p:cNvCxnSpPr>
            <p:nvPr/>
          </p:nvCxnSpPr>
          <p:spPr>
            <a:xfrm>
              <a:off x="4764869" y="275898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Gerader Verbinder 825">
              <a:extLst>
                <a:ext uri="{FF2B5EF4-FFF2-40B4-BE49-F238E27FC236}">
                  <a16:creationId xmlns:a16="http://schemas.microsoft.com/office/drawing/2014/main" id="{8AA63A5A-39DF-4BCE-8C8B-390DD0D80684}"/>
                </a:ext>
              </a:extLst>
            </p:cNvPr>
            <p:cNvCxnSpPr>
              <a:cxnSpLocks/>
            </p:cNvCxnSpPr>
            <p:nvPr/>
          </p:nvCxnSpPr>
          <p:spPr>
            <a:xfrm>
              <a:off x="5131410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Gerader Verbinder 826">
              <a:extLst>
                <a:ext uri="{FF2B5EF4-FFF2-40B4-BE49-F238E27FC236}">
                  <a16:creationId xmlns:a16="http://schemas.microsoft.com/office/drawing/2014/main" id="{1147A895-AAED-4902-9EDE-239BFE82CC95}"/>
                </a:ext>
              </a:extLst>
            </p:cNvPr>
            <p:cNvCxnSpPr>
              <a:cxnSpLocks/>
            </p:cNvCxnSpPr>
            <p:nvPr/>
          </p:nvCxnSpPr>
          <p:spPr>
            <a:xfrm>
              <a:off x="5563188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Gerader Verbinder 827">
              <a:extLst>
                <a:ext uri="{FF2B5EF4-FFF2-40B4-BE49-F238E27FC236}">
                  <a16:creationId xmlns:a16="http://schemas.microsoft.com/office/drawing/2014/main" id="{32FAEF17-322C-471B-BBED-5FF72D0A5AE4}"/>
                </a:ext>
              </a:extLst>
            </p:cNvPr>
            <p:cNvCxnSpPr>
              <a:cxnSpLocks/>
            </p:cNvCxnSpPr>
            <p:nvPr/>
          </p:nvCxnSpPr>
          <p:spPr>
            <a:xfrm>
              <a:off x="5993645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Gerader Verbinder 828">
              <a:extLst>
                <a:ext uri="{FF2B5EF4-FFF2-40B4-BE49-F238E27FC236}">
                  <a16:creationId xmlns:a16="http://schemas.microsoft.com/office/drawing/2014/main" id="{08AF1AF5-D0DB-45D1-90FE-40177A236864}"/>
                </a:ext>
              </a:extLst>
            </p:cNvPr>
            <p:cNvCxnSpPr>
              <a:cxnSpLocks/>
            </p:cNvCxnSpPr>
            <p:nvPr/>
          </p:nvCxnSpPr>
          <p:spPr>
            <a:xfrm>
              <a:off x="6425423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Gerader Verbinder 829">
              <a:extLst>
                <a:ext uri="{FF2B5EF4-FFF2-40B4-BE49-F238E27FC236}">
                  <a16:creationId xmlns:a16="http://schemas.microsoft.com/office/drawing/2014/main" id="{16A2CFD3-B051-4861-862E-EE8D9E984E9F}"/>
                </a:ext>
              </a:extLst>
            </p:cNvPr>
            <p:cNvCxnSpPr>
              <a:cxnSpLocks/>
            </p:cNvCxnSpPr>
            <p:nvPr/>
          </p:nvCxnSpPr>
          <p:spPr>
            <a:xfrm>
              <a:off x="6854214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Gerader Verbinder 830">
              <a:extLst>
                <a:ext uri="{FF2B5EF4-FFF2-40B4-BE49-F238E27FC236}">
                  <a16:creationId xmlns:a16="http://schemas.microsoft.com/office/drawing/2014/main" id="{1CE3A35A-2B22-4746-8A5B-49E1B2FC1C0E}"/>
                </a:ext>
              </a:extLst>
            </p:cNvPr>
            <p:cNvCxnSpPr>
              <a:cxnSpLocks/>
            </p:cNvCxnSpPr>
            <p:nvPr/>
          </p:nvCxnSpPr>
          <p:spPr>
            <a:xfrm>
              <a:off x="7285992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2" name="Textfeld 831">
              <a:extLst>
                <a:ext uri="{FF2B5EF4-FFF2-40B4-BE49-F238E27FC236}">
                  <a16:creationId xmlns:a16="http://schemas.microsoft.com/office/drawing/2014/main" id="{195735BD-5701-4DCA-AB6E-5CA4C55C8937}"/>
                </a:ext>
              </a:extLst>
            </p:cNvPr>
            <p:cNvSpPr txBox="1"/>
            <p:nvPr/>
          </p:nvSpPr>
          <p:spPr>
            <a:xfrm>
              <a:off x="4334052" y="2874555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833" name="Textfeld 832">
              <a:extLst>
                <a:ext uri="{FF2B5EF4-FFF2-40B4-BE49-F238E27FC236}">
                  <a16:creationId xmlns:a16="http://schemas.microsoft.com/office/drawing/2014/main" id="{E5E8DD16-E1FF-4967-AEF5-5895A3E0CA44}"/>
                </a:ext>
              </a:extLst>
            </p:cNvPr>
            <p:cNvSpPr txBox="1"/>
            <p:nvPr/>
          </p:nvSpPr>
          <p:spPr>
            <a:xfrm>
              <a:off x="4614622" y="2874555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</p:grpSp>
      <p:grpSp>
        <p:nvGrpSpPr>
          <p:cNvPr id="834" name="Gruppieren 833">
            <a:extLst>
              <a:ext uri="{FF2B5EF4-FFF2-40B4-BE49-F238E27FC236}">
                <a16:creationId xmlns:a16="http://schemas.microsoft.com/office/drawing/2014/main" id="{E22BF471-6B89-468D-B409-EA26E403DA0A}"/>
              </a:ext>
            </a:extLst>
          </p:cNvPr>
          <p:cNvGrpSpPr/>
          <p:nvPr/>
        </p:nvGrpSpPr>
        <p:grpSpPr>
          <a:xfrm>
            <a:off x="489262" y="2993111"/>
            <a:ext cx="3163702" cy="1232114"/>
            <a:chOff x="4334052" y="1904051"/>
            <a:chExt cx="3163702" cy="1232114"/>
          </a:xfrm>
        </p:grpSpPr>
        <p:sp>
          <p:nvSpPr>
            <p:cNvPr id="835" name="Rechteck 834">
              <a:extLst>
                <a:ext uri="{FF2B5EF4-FFF2-40B4-BE49-F238E27FC236}">
                  <a16:creationId xmlns:a16="http://schemas.microsoft.com/office/drawing/2014/main" id="{869C8026-A459-48B2-AEB1-B18827CD8C60}"/>
                </a:ext>
              </a:extLst>
            </p:cNvPr>
            <p:cNvSpPr/>
            <p:nvPr/>
          </p:nvSpPr>
          <p:spPr>
            <a:xfrm>
              <a:off x="4918003" y="2277289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WW4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836" name="Gerader Verbinder 835">
              <a:extLst>
                <a:ext uri="{FF2B5EF4-FFF2-40B4-BE49-F238E27FC236}">
                  <a16:creationId xmlns:a16="http://schemas.microsoft.com/office/drawing/2014/main" id="{5671335C-972F-4A34-9DD9-F4E8F46CB565}"/>
                </a:ext>
              </a:extLst>
            </p:cNvPr>
            <p:cNvCxnSpPr>
              <a:cxnSpLocks/>
            </p:cNvCxnSpPr>
            <p:nvPr/>
          </p:nvCxnSpPr>
          <p:spPr>
            <a:xfrm>
              <a:off x="4481331" y="215263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7" name="Textfeld 836">
              <a:extLst>
                <a:ext uri="{FF2B5EF4-FFF2-40B4-BE49-F238E27FC236}">
                  <a16:creationId xmlns:a16="http://schemas.microsoft.com/office/drawing/2014/main" id="{E7C23458-7266-49F6-B480-99394275C24F}"/>
                </a:ext>
              </a:extLst>
            </p:cNvPr>
            <p:cNvSpPr txBox="1"/>
            <p:nvPr/>
          </p:nvSpPr>
          <p:spPr>
            <a:xfrm>
              <a:off x="5000122" y="1904051"/>
              <a:ext cx="2744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G</a:t>
              </a:r>
            </a:p>
          </p:txBody>
        </p:sp>
        <p:sp>
          <p:nvSpPr>
            <p:cNvPr id="838" name="Textfeld 837">
              <a:extLst>
                <a:ext uri="{FF2B5EF4-FFF2-40B4-BE49-F238E27FC236}">
                  <a16:creationId xmlns:a16="http://schemas.microsoft.com/office/drawing/2014/main" id="{E4A806A6-1B3E-473F-93DE-D3604623E738}"/>
                </a:ext>
              </a:extLst>
            </p:cNvPr>
            <p:cNvSpPr txBox="1"/>
            <p:nvPr/>
          </p:nvSpPr>
          <p:spPr>
            <a:xfrm>
              <a:off x="5434478" y="1904051"/>
              <a:ext cx="2728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H</a:t>
              </a:r>
            </a:p>
          </p:txBody>
        </p:sp>
        <p:sp>
          <p:nvSpPr>
            <p:cNvPr id="839" name="Textfeld 838">
              <a:extLst>
                <a:ext uri="{FF2B5EF4-FFF2-40B4-BE49-F238E27FC236}">
                  <a16:creationId xmlns:a16="http://schemas.microsoft.com/office/drawing/2014/main" id="{8DE1A0D8-226A-4FE1-BA77-11A1D24E480D}"/>
                </a:ext>
              </a:extLst>
            </p:cNvPr>
            <p:cNvSpPr txBox="1"/>
            <p:nvPr/>
          </p:nvSpPr>
          <p:spPr>
            <a:xfrm>
              <a:off x="5888318" y="1904051"/>
              <a:ext cx="2199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I</a:t>
              </a:r>
            </a:p>
          </p:txBody>
        </p:sp>
        <p:sp>
          <p:nvSpPr>
            <p:cNvPr id="840" name="Textfeld 839">
              <a:extLst>
                <a:ext uri="{FF2B5EF4-FFF2-40B4-BE49-F238E27FC236}">
                  <a16:creationId xmlns:a16="http://schemas.microsoft.com/office/drawing/2014/main" id="{0BFCE0EC-E2CE-4A44-8A4D-F670A79E5007}"/>
                </a:ext>
              </a:extLst>
            </p:cNvPr>
            <p:cNvSpPr txBox="1"/>
            <p:nvPr/>
          </p:nvSpPr>
          <p:spPr>
            <a:xfrm>
              <a:off x="6316809" y="1904051"/>
              <a:ext cx="2295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J</a:t>
              </a:r>
            </a:p>
          </p:txBody>
        </p:sp>
        <p:sp>
          <p:nvSpPr>
            <p:cNvPr id="841" name="Textfeld 840">
              <a:extLst>
                <a:ext uri="{FF2B5EF4-FFF2-40B4-BE49-F238E27FC236}">
                  <a16:creationId xmlns:a16="http://schemas.microsoft.com/office/drawing/2014/main" id="{368E491B-A9CF-4B01-AE1A-86C7E3B52EC3}"/>
                </a:ext>
              </a:extLst>
            </p:cNvPr>
            <p:cNvSpPr txBox="1"/>
            <p:nvPr/>
          </p:nvSpPr>
          <p:spPr>
            <a:xfrm>
              <a:off x="6729998" y="1904051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K</a:t>
              </a:r>
            </a:p>
          </p:txBody>
        </p:sp>
        <p:sp>
          <p:nvSpPr>
            <p:cNvPr id="842" name="Textfeld 841">
              <a:extLst>
                <a:ext uri="{FF2B5EF4-FFF2-40B4-BE49-F238E27FC236}">
                  <a16:creationId xmlns:a16="http://schemas.microsoft.com/office/drawing/2014/main" id="{CB87D905-AE4B-4C80-A1E9-22558F890E58}"/>
                </a:ext>
              </a:extLst>
            </p:cNvPr>
            <p:cNvSpPr txBox="1"/>
            <p:nvPr/>
          </p:nvSpPr>
          <p:spPr>
            <a:xfrm>
              <a:off x="7163598" y="1904051"/>
              <a:ext cx="24397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L</a:t>
              </a:r>
            </a:p>
          </p:txBody>
        </p:sp>
        <p:sp>
          <p:nvSpPr>
            <p:cNvPr id="843" name="Rechteck 842">
              <a:extLst>
                <a:ext uri="{FF2B5EF4-FFF2-40B4-BE49-F238E27FC236}">
                  <a16:creationId xmlns:a16="http://schemas.microsoft.com/office/drawing/2014/main" id="{7415E439-CE69-482E-A204-E21A622D2969}"/>
                </a:ext>
              </a:extLst>
            </p:cNvPr>
            <p:cNvSpPr/>
            <p:nvPr/>
          </p:nvSpPr>
          <p:spPr>
            <a:xfrm>
              <a:off x="5348741" y="2277289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KW4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44" name="Rechteck 843">
              <a:extLst>
                <a:ext uri="{FF2B5EF4-FFF2-40B4-BE49-F238E27FC236}">
                  <a16:creationId xmlns:a16="http://schemas.microsoft.com/office/drawing/2014/main" id="{2764F2D3-9DCE-4323-8AB0-C8D76C5A2F68}"/>
                </a:ext>
              </a:extLst>
            </p:cNvPr>
            <p:cNvSpPr/>
            <p:nvPr/>
          </p:nvSpPr>
          <p:spPr>
            <a:xfrm>
              <a:off x="5779198" y="2277289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WW5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45" name="Rechteck 844">
              <a:extLst>
                <a:ext uri="{FF2B5EF4-FFF2-40B4-BE49-F238E27FC236}">
                  <a16:creationId xmlns:a16="http://schemas.microsoft.com/office/drawing/2014/main" id="{05365A69-4574-4FD2-92F7-B301B7F23A57}"/>
                </a:ext>
              </a:extLst>
            </p:cNvPr>
            <p:cNvSpPr/>
            <p:nvPr/>
          </p:nvSpPr>
          <p:spPr>
            <a:xfrm>
              <a:off x="6209029" y="2277289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KW5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46" name="Rechteck 845">
              <a:extLst>
                <a:ext uri="{FF2B5EF4-FFF2-40B4-BE49-F238E27FC236}">
                  <a16:creationId xmlns:a16="http://schemas.microsoft.com/office/drawing/2014/main" id="{F198D1D3-2206-4E2C-9A52-A85A8BF205A7}"/>
                </a:ext>
              </a:extLst>
            </p:cNvPr>
            <p:cNvSpPr/>
            <p:nvPr/>
          </p:nvSpPr>
          <p:spPr>
            <a:xfrm>
              <a:off x="6639767" y="2277289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WW6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47" name="Rechteck 846">
              <a:extLst>
                <a:ext uri="{FF2B5EF4-FFF2-40B4-BE49-F238E27FC236}">
                  <a16:creationId xmlns:a16="http://schemas.microsoft.com/office/drawing/2014/main" id="{09311EE6-1D08-459B-9251-26471D4DA98B}"/>
                </a:ext>
              </a:extLst>
            </p:cNvPr>
            <p:cNvSpPr/>
            <p:nvPr/>
          </p:nvSpPr>
          <p:spPr>
            <a:xfrm>
              <a:off x="7067375" y="2277289"/>
              <a:ext cx="426628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KW6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48" name="Rechteck 847">
              <a:extLst>
                <a:ext uri="{FF2B5EF4-FFF2-40B4-BE49-F238E27FC236}">
                  <a16:creationId xmlns:a16="http://schemas.microsoft.com/office/drawing/2014/main" id="{C2801E73-71CA-4B22-8965-049552986F2D}"/>
                </a:ext>
              </a:extLst>
            </p:cNvPr>
            <p:cNvSpPr/>
            <p:nvPr/>
          </p:nvSpPr>
          <p:spPr>
            <a:xfrm>
              <a:off x="4335626" y="2277289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49" name="Rechteck 848">
              <a:extLst>
                <a:ext uri="{FF2B5EF4-FFF2-40B4-BE49-F238E27FC236}">
                  <a16:creationId xmlns:a16="http://schemas.microsoft.com/office/drawing/2014/main" id="{A1BC92E0-B29A-40D4-8CC0-70F45D365DF9}"/>
                </a:ext>
              </a:extLst>
            </p:cNvPr>
            <p:cNvSpPr/>
            <p:nvPr/>
          </p:nvSpPr>
          <p:spPr>
            <a:xfrm>
              <a:off x="4627408" y="2277278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850" name="Gerader Verbinder 849">
              <a:extLst>
                <a:ext uri="{FF2B5EF4-FFF2-40B4-BE49-F238E27FC236}">
                  <a16:creationId xmlns:a16="http://schemas.microsoft.com/office/drawing/2014/main" id="{64C7296A-8810-4679-9C16-DFB6F599C4CA}"/>
                </a:ext>
              </a:extLst>
            </p:cNvPr>
            <p:cNvCxnSpPr>
              <a:cxnSpLocks/>
            </p:cNvCxnSpPr>
            <p:nvPr/>
          </p:nvCxnSpPr>
          <p:spPr>
            <a:xfrm>
              <a:off x="4766130" y="215263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Gerader Verbinder 850">
              <a:extLst>
                <a:ext uri="{FF2B5EF4-FFF2-40B4-BE49-F238E27FC236}">
                  <a16:creationId xmlns:a16="http://schemas.microsoft.com/office/drawing/2014/main" id="{425A8131-0921-48ED-842E-7AD6C7DA7563}"/>
                </a:ext>
              </a:extLst>
            </p:cNvPr>
            <p:cNvCxnSpPr>
              <a:cxnSpLocks/>
            </p:cNvCxnSpPr>
            <p:nvPr/>
          </p:nvCxnSpPr>
          <p:spPr>
            <a:xfrm>
              <a:off x="5132671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Gerader Verbinder 851">
              <a:extLst>
                <a:ext uri="{FF2B5EF4-FFF2-40B4-BE49-F238E27FC236}">
                  <a16:creationId xmlns:a16="http://schemas.microsoft.com/office/drawing/2014/main" id="{C5DC0B93-D440-4A61-A511-65771D04CC7E}"/>
                </a:ext>
              </a:extLst>
            </p:cNvPr>
            <p:cNvCxnSpPr>
              <a:cxnSpLocks/>
            </p:cNvCxnSpPr>
            <p:nvPr/>
          </p:nvCxnSpPr>
          <p:spPr>
            <a:xfrm>
              <a:off x="5564449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Gerader Verbinder 852">
              <a:extLst>
                <a:ext uri="{FF2B5EF4-FFF2-40B4-BE49-F238E27FC236}">
                  <a16:creationId xmlns:a16="http://schemas.microsoft.com/office/drawing/2014/main" id="{26434D64-F5CE-4210-8381-CBE72C1F1FFC}"/>
                </a:ext>
              </a:extLst>
            </p:cNvPr>
            <p:cNvCxnSpPr>
              <a:cxnSpLocks/>
            </p:cNvCxnSpPr>
            <p:nvPr/>
          </p:nvCxnSpPr>
          <p:spPr>
            <a:xfrm>
              <a:off x="5994906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4" name="Gerader Verbinder 853">
              <a:extLst>
                <a:ext uri="{FF2B5EF4-FFF2-40B4-BE49-F238E27FC236}">
                  <a16:creationId xmlns:a16="http://schemas.microsoft.com/office/drawing/2014/main" id="{8244C0DA-012B-4D8E-BCF3-C3D90E8B7735}"/>
                </a:ext>
              </a:extLst>
            </p:cNvPr>
            <p:cNvCxnSpPr>
              <a:cxnSpLocks/>
            </p:cNvCxnSpPr>
            <p:nvPr/>
          </p:nvCxnSpPr>
          <p:spPr>
            <a:xfrm>
              <a:off x="6426684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Gerader Verbinder 854">
              <a:extLst>
                <a:ext uri="{FF2B5EF4-FFF2-40B4-BE49-F238E27FC236}">
                  <a16:creationId xmlns:a16="http://schemas.microsoft.com/office/drawing/2014/main" id="{5D6A6CE7-3E1E-4F86-9565-6CA20A3620DF}"/>
                </a:ext>
              </a:extLst>
            </p:cNvPr>
            <p:cNvCxnSpPr>
              <a:cxnSpLocks/>
            </p:cNvCxnSpPr>
            <p:nvPr/>
          </p:nvCxnSpPr>
          <p:spPr>
            <a:xfrm>
              <a:off x="6855475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6" name="Gerader Verbinder 855">
              <a:extLst>
                <a:ext uri="{FF2B5EF4-FFF2-40B4-BE49-F238E27FC236}">
                  <a16:creationId xmlns:a16="http://schemas.microsoft.com/office/drawing/2014/main" id="{B357933A-794C-4589-8A3D-3D0210A50D9C}"/>
                </a:ext>
              </a:extLst>
            </p:cNvPr>
            <p:cNvCxnSpPr>
              <a:cxnSpLocks/>
            </p:cNvCxnSpPr>
            <p:nvPr/>
          </p:nvCxnSpPr>
          <p:spPr>
            <a:xfrm>
              <a:off x="7287253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7" name="Textfeld 856">
              <a:extLst>
                <a:ext uri="{FF2B5EF4-FFF2-40B4-BE49-F238E27FC236}">
                  <a16:creationId xmlns:a16="http://schemas.microsoft.com/office/drawing/2014/main" id="{5AFA133B-EA26-4237-BBAE-E42A7F9EC642}"/>
                </a:ext>
              </a:extLst>
            </p:cNvPr>
            <p:cNvSpPr txBox="1"/>
            <p:nvPr/>
          </p:nvSpPr>
          <p:spPr>
            <a:xfrm>
              <a:off x="4335313" y="1904051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858" name="Textfeld 857">
              <a:extLst>
                <a:ext uri="{FF2B5EF4-FFF2-40B4-BE49-F238E27FC236}">
                  <a16:creationId xmlns:a16="http://schemas.microsoft.com/office/drawing/2014/main" id="{5F1B0057-FB90-4B90-AF9E-B56DF32F4BAF}"/>
                </a:ext>
              </a:extLst>
            </p:cNvPr>
            <p:cNvSpPr txBox="1"/>
            <p:nvPr/>
          </p:nvSpPr>
          <p:spPr>
            <a:xfrm>
              <a:off x="4615883" y="1904051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859" name="Rechteck 858">
              <a:extLst>
                <a:ext uri="{FF2B5EF4-FFF2-40B4-BE49-F238E27FC236}">
                  <a16:creationId xmlns:a16="http://schemas.microsoft.com/office/drawing/2014/main" id="{99FA21B0-3F7C-4B54-9281-EBED94D84C40}"/>
                </a:ext>
              </a:extLst>
            </p:cNvPr>
            <p:cNvSpPr/>
            <p:nvPr/>
          </p:nvSpPr>
          <p:spPr>
            <a:xfrm>
              <a:off x="4916742" y="2516929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860" name="Gerader Verbinder 859">
              <a:extLst>
                <a:ext uri="{FF2B5EF4-FFF2-40B4-BE49-F238E27FC236}">
                  <a16:creationId xmlns:a16="http://schemas.microsoft.com/office/drawing/2014/main" id="{70E27756-904A-4573-A547-4B660A78340F}"/>
                </a:ext>
              </a:extLst>
            </p:cNvPr>
            <p:cNvCxnSpPr>
              <a:cxnSpLocks/>
            </p:cNvCxnSpPr>
            <p:nvPr/>
          </p:nvCxnSpPr>
          <p:spPr>
            <a:xfrm>
              <a:off x="4480070" y="275898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1" name="Textfeld 860">
              <a:extLst>
                <a:ext uri="{FF2B5EF4-FFF2-40B4-BE49-F238E27FC236}">
                  <a16:creationId xmlns:a16="http://schemas.microsoft.com/office/drawing/2014/main" id="{8957A87A-40D8-41EA-9B7E-EA33637AA85A}"/>
                </a:ext>
              </a:extLst>
            </p:cNvPr>
            <p:cNvSpPr txBox="1"/>
            <p:nvPr/>
          </p:nvSpPr>
          <p:spPr>
            <a:xfrm>
              <a:off x="4998861" y="2874555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862" name="Textfeld 861">
              <a:extLst>
                <a:ext uri="{FF2B5EF4-FFF2-40B4-BE49-F238E27FC236}">
                  <a16:creationId xmlns:a16="http://schemas.microsoft.com/office/drawing/2014/main" id="{FA28F114-1C46-4376-9905-13CE643E1AD6}"/>
                </a:ext>
              </a:extLst>
            </p:cNvPr>
            <p:cNvSpPr txBox="1"/>
            <p:nvPr/>
          </p:nvSpPr>
          <p:spPr>
            <a:xfrm>
              <a:off x="5433217" y="2874555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863" name="Textfeld 862">
              <a:extLst>
                <a:ext uri="{FF2B5EF4-FFF2-40B4-BE49-F238E27FC236}">
                  <a16:creationId xmlns:a16="http://schemas.microsoft.com/office/drawing/2014/main" id="{AFEB5025-046F-4B3E-B5AB-A20366C55C53}"/>
                </a:ext>
              </a:extLst>
            </p:cNvPr>
            <p:cNvSpPr txBox="1"/>
            <p:nvPr/>
          </p:nvSpPr>
          <p:spPr>
            <a:xfrm>
              <a:off x="5862874" y="2874555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864" name="Textfeld 863">
              <a:extLst>
                <a:ext uri="{FF2B5EF4-FFF2-40B4-BE49-F238E27FC236}">
                  <a16:creationId xmlns:a16="http://schemas.microsoft.com/office/drawing/2014/main" id="{2C24763A-05D6-4C47-87F5-0A66EB43748D}"/>
                </a:ext>
              </a:extLst>
            </p:cNvPr>
            <p:cNvSpPr txBox="1"/>
            <p:nvPr/>
          </p:nvSpPr>
          <p:spPr>
            <a:xfrm>
              <a:off x="6289901" y="2874555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865" name="Textfeld 864">
              <a:extLst>
                <a:ext uri="{FF2B5EF4-FFF2-40B4-BE49-F238E27FC236}">
                  <a16:creationId xmlns:a16="http://schemas.microsoft.com/office/drawing/2014/main" id="{6E9109BE-27C6-494D-8373-9D1DEB8B3F50}"/>
                </a:ext>
              </a:extLst>
            </p:cNvPr>
            <p:cNvSpPr txBox="1"/>
            <p:nvPr/>
          </p:nvSpPr>
          <p:spPr>
            <a:xfrm>
              <a:off x="6728737" y="2874555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866" name="Textfeld 865">
              <a:extLst>
                <a:ext uri="{FF2B5EF4-FFF2-40B4-BE49-F238E27FC236}">
                  <a16:creationId xmlns:a16="http://schemas.microsoft.com/office/drawing/2014/main" id="{B52DEC7B-1E5B-44C4-BE99-5977F6E6CE69}"/>
                </a:ext>
              </a:extLst>
            </p:cNvPr>
            <p:cNvSpPr txBox="1"/>
            <p:nvPr/>
          </p:nvSpPr>
          <p:spPr>
            <a:xfrm>
              <a:off x="7162337" y="2874555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867" name="Rechteck 866">
              <a:extLst>
                <a:ext uri="{FF2B5EF4-FFF2-40B4-BE49-F238E27FC236}">
                  <a16:creationId xmlns:a16="http://schemas.microsoft.com/office/drawing/2014/main" id="{C4971E90-0CEC-474C-BF1F-215A2A1BF8ED}"/>
                </a:ext>
              </a:extLst>
            </p:cNvPr>
            <p:cNvSpPr/>
            <p:nvPr/>
          </p:nvSpPr>
          <p:spPr>
            <a:xfrm>
              <a:off x="5347480" y="2516929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68" name="Rechteck 867">
              <a:extLst>
                <a:ext uri="{FF2B5EF4-FFF2-40B4-BE49-F238E27FC236}">
                  <a16:creationId xmlns:a16="http://schemas.microsoft.com/office/drawing/2014/main" id="{8C0FC984-797F-4D1A-9C7D-AE05FB3416DF}"/>
                </a:ext>
              </a:extLst>
            </p:cNvPr>
            <p:cNvSpPr/>
            <p:nvPr/>
          </p:nvSpPr>
          <p:spPr>
            <a:xfrm>
              <a:off x="5777937" y="2516929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69" name="Rechteck 868">
              <a:extLst>
                <a:ext uri="{FF2B5EF4-FFF2-40B4-BE49-F238E27FC236}">
                  <a16:creationId xmlns:a16="http://schemas.microsoft.com/office/drawing/2014/main" id="{33A39B9D-DE5F-49E6-A8B0-9945FE54D083}"/>
                </a:ext>
              </a:extLst>
            </p:cNvPr>
            <p:cNvSpPr/>
            <p:nvPr/>
          </p:nvSpPr>
          <p:spPr>
            <a:xfrm>
              <a:off x="6207768" y="2516929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70" name="Rechteck 869">
              <a:extLst>
                <a:ext uri="{FF2B5EF4-FFF2-40B4-BE49-F238E27FC236}">
                  <a16:creationId xmlns:a16="http://schemas.microsoft.com/office/drawing/2014/main" id="{8B2F3F57-51C6-41D9-8023-CD01E1DD9DA1}"/>
                </a:ext>
              </a:extLst>
            </p:cNvPr>
            <p:cNvSpPr/>
            <p:nvPr/>
          </p:nvSpPr>
          <p:spPr>
            <a:xfrm>
              <a:off x="6638506" y="2516929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WW3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71" name="Rechteck 870">
              <a:extLst>
                <a:ext uri="{FF2B5EF4-FFF2-40B4-BE49-F238E27FC236}">
                  <a16:creationId xmlns:a16="http://schemas.microsoft.com/office/drawing/2014/main" id="{934AC3AA-BEAF-47E0-B2AB-EBE34BAA6DB9}"/>
                </a:ext>
              </a:extLst>
            </p:cNvPr>
            <p:cNvSpPr/>
            <p:nvPr/>
          </p:nvSpPr>
          <p:spPr>
            <a:xfrm>
              <a:off x="7067375" y="2516929"/>
              <a:ext cx="430379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WK3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72" name="Rechteck 871">
              <a:extLst>
                <a:ext uri="{FF2B5EF4-FFF2-40B4-BE49-F238E27FC236}">
                  <a16:creationId xmlns:a16="http://schemas.microsoft.com/office/drawing/2014/main" id="{381AC2B6-7135-4FF3-832C-41429690C063}"/>
                </a:ext>
              </a:extLst>
            </p:cNvPr>
            <p:cNvSpPr/>
            <p:nvPr/>
          </p:nvSpPr>
          <p:spPr>
            <a:xfrm>
              <a:off x="4335626" y="2516929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73" name="Rechteck 872">
              <a:extLst>
                <a:ext uri="{FF2B5EF4-FFF2-40B4-BE49-F238E27FC236}">
                  <a16:creationId xmlns:a16="http://schemas.microsoft.com/office/drawing/2014/main" id="{B9692D0B-FEBD-47EE-BCCF-D517431DB5E1}"/>
                </a:ext>
              </a:extLst>
            </p:cNvPr>
            <p:cNvSpPr/>
            <p:nvPr/>
          </p:nvSpPr>
          <p:spPr>
            <a:xfrm>
              <a:off x="4626147" y="2516918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874" name="Gerader Verbinder 873">
              <a:extLst>
                <a:ext uri="{FF2B5EF4-FFF2-40B4-BE49-F238E27FC236}">
                  <a16:creationId xmlns:a16="http://schemas.microsoft.com/office/drawing/2014/main" id="{A8509ECD-27CC-40C1-B201-3C10398293F6}"/>
                </a:ext>
              </a:extLst>
            </p:cNvPr>
            <p:cNvCxnSpPr>
              <a:cxnSpLocks/>
            </p:cNvCxnSpPr>
            <p:nvPr/>
          </p:nvCxnSpPr>
          <p:spPr>
            <a:xfrm>
              <a:off x="4764869" y="275898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Gerader Verbinder 874">
              <a:extLst>
                <a:ext uri="{FF2B5EF4-FFF2-40B4-BE49-F238E27FC236}">
                  <a16:creationId xmlns:a16="http://schemas.microsoft.com/office/drawing/2014/main" id="{61449DD8-FAB3-44D6-9D0B-2133CF46B79B}"/>
                </a:ext>
              </a:extLst>
            </p:cNvPr>
            <p:cNvCxnSpPr>
              <a:cxnSpLocks/>
            </p:cNvCxnSpPr>
            <p:nvPr/>
          </p:nvCxnSpPr>
          <p:spPr>
            <a:xfrm>
              <a:off x="5131410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Gerader Verbinder 875">
              <a:extLst>
                <a:ext uri="{FF2B5EF4-FFF2-40B4-BE49-F238E27FC236}">
                  <a16:creationId xmlns:a16="http://schemas.microsoft.com/office/drawing/2014/main" id="{60755C8E-E1E2-4E22-BB85-EB7AC4D2F068}"/>
                </a:ext>
              </a:extLst>
            </p:cNvPr>
            <p:cNvCxnSpPr>
              <a:cxnSpLocks/>
            </p:cNvCxnSpPr>
            <p:nvPr/>
          </p:nvCxnSpPr>
          <p:spPr>
            <a:xfrm>
              <a:off x="5563188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Gerader Verbinder 876">
              <a:extLst>
                <a:ext uri="{FF2B5EF4-FFF2-40B4-BE49-F238E27FC236}">
                  <a16:creationId xmlns:a16="http://schemas.microsoft.com/office/drawing/2014/main" id="{2FBBFA03-FD6F-4882-A293-2D4BE362FC84}"/>
                </a:ext>
              </a:extLst>
            </p:cNvPr>
            <p:cNvCxnSpPr>
              <a:cxnSpLocks/>
            </p:cNvCxnSpPr>
            <p:nvPr/>
          </p:nvCxnSpPr>
          <p:spPr>
            <a:xfrm>
              <a:off x="5993645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Gerader Verbinder 877">
              <a:extLst>
                <a:ext uri="{FF2B5EF4-FFF2-40B4-BE49-F238E27FC236}">
                  <a16:creationId xmlns:a16="http://schemas.microsoft.com/office/drawing/2014/main" id="{9F793B1E-EA19-4F20-9B89-878B528A2FDE}"/>
                </a:ext>
              </a:extLst>
            </p:cNvPr>
            <p:cNvCxnSpPr>
              <a:cxnSpLocks/>
            </p:cNvCxnSpPr>
            <p:nvPr/>
          </p:nvCxnSpPr>
          <p:spPr>
            <a:xfrm>
              <a:off x="6425423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Gerader Verbinder 878">
              <a:extLst>
                <a:ext uri="{FF2B5EF4-FFF2-40B4-BE49-F238E27FC236}">
                  <a16:creationId xmlns:a16="http://schemas.microsoft.com/office/drawing/2014/main" id="{C0D1E730-14A0-4BB3-A528-5EF489E189F1}"/>
                </a:ext>
              </a:extLst>
            </p:cNvPr>
            <p:cNvCxnSpPr>
              <a:cxnSpLocks/>
            </p:cNvCxnSpPr>
            <p:nvPr/>
          </p:nvCxnSpPr>
          <p:spPr>
            <a:xfrm>
              <a:off x="6854214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Gerader Verbinder 879">
              <a:extLst>
                <a:ext uri="{FF2B5EF4-FFF2-40B4-BE49-F238E27FC236}">
                  <a16:creationId xmlns:a16="http://schemas.microsoft.com/office/drawing/2014/main" id="{6D31D1B9-D38A-4B96-B5D0-C3E07FE88C1F}"/>
                </a:ext>
              </a:extLst>
            </p:cNvPr>
            <p:cNvCxnSpPr>
              <a:cxnSpLocks/>
            </p:cNvCxnSpPr>
            <p:nvPr/>
          </p:nvCxnSpPr>
          <p:spPr>
            <a:xfrm>
              <a:off x="7285992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1" name="Textfeld 880">
              <a:extLst>
                <a:ext uri="{FF2B5EF4-FFF2-40B4-BE49-F238E27FC236}">
                  <a16:creationId xmlns:a16="http://schemas.microsoft.com/office/drawing/2014/main" id="{6B92A82E-BA02-41F6-A9A7-BBED6BCE87DD}"/>
                </a:ext>
              </a:extLst>
            </p:cNvPr>
            <p:cNvSpPr txBox="1"/>
            <p:nvPr/>
          </p:nvSpPr>
          <p:spPr>
            <a:xfrm>
              <a:off x="4334052" y="2874555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882" name="Textfeld 881">
              <a:extLst>
                <a:ext uri="{FF2B5EF4-FFF2-40B4-BE49-F238E27FC236}">
                  <a16:creationId xmlns:a16="http://schemas.microsoft.com/office/drawing/2014/main" id="{0710B817-9717-465E-A087-2F8F60DD9B47}"/>
                </a:ext>
              </a:extLst>
            </p:cNvPr>
            <p:cNvSpPr txBox="1"/>
            <p:nvPr/>
          </p:nvSpPr>
          <p:spPr>
            <a:xfrm>
              <a:off x="4614622" y="2874555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</p:grpSp>
      <p:grpSp>
        <p:nvGrpSpPr>
          <p:cNvPr id="883" name="Gruppieren 882">
            <a:extLst>
              <a:ext uri="{FF2B5EF4-FFF2-40B4-BE49-F238E27FC236}">
                <a16:creationId xmlns:a16="http://schemas.microsoft.com/office/drawing/2014/main" id="{306537E8-1B0E-4C3F-BA3B-A3C80E81F3B3}"/>
              </a:ext>
            </a:extLst>
          </p:cNvPr>
          <p:cNvGrpSpPr/>
          <p:nvPr/>
        </p:nvGrpSpPr>
        <p:grpSpPr>
          <a:xfrm>
            <a:off x="498897" y="4488344"/>
            <a:ext cx="3163702" cy="1232114"/>
            <a:chOff x="4334052" y="1904051"/>
            <a:chExt cx="3163702" cy="1232114"/>
          </a:xfrm>
        </p:grpSpPr>
        <p:sp>
          <p:nvSpPr>
            <p:cNvPr id="884" name="Rechteck 883">
              <a:extLst>
                <a:ext uri="{FF2B5EF4-FFF2-40B4-BE49-F238E27FC236}">
                  <a16:creationId xmlns:a16="http://schemas.microsoft.com/office/drawing/2014/main" id="{C3EC2A6F-FEB1-4FF5-8ECA-56E4795BC2C4}"/>
                </a:ext>
              </a:extLst>
            </p:cNvPr>
            <p:cNvSpPr/>
            <p:nvPr/>
          </p:nvSpPr>
          <p:spPr>
            <a:xfrm>
              <a:off x="4918003" y="2277289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WW4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885" name="Gerader Verbinder 884">
              <a:extLst>
                <a:ext uri="{FF2B5EF4-FFF2-40B4-BE49-F238E27FC236}">
                  <a16:creationId xmlns:a16="http://schemas.microsoft.com/office/drawing/2014/main" id="{B20F744F-8773-4245-BB76-375C9D1D3813}"/>
                </a:ext>
              </a:extLst>
            </p:cNvPr>
            <p:cNvCxnSpPr>
              <a:cxnSpLocks/>
            </p:cNvCxnSpPr>
            <p:nvPr/>
          </p:nvCxnSpPr>
          <p:spPr>
            <a:xfrm>
              <a:off x="4481331" y="215263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6" name="Textfeld 885">
              <a:extLst>
                <a:ext uri="{FF2B5EF4-FFF2-40B4-BE49-F238E27FC236}">
                  <a16:creationId xmlns:a16="http://schemas.microsoft.com/office/drawing/2014/main" id="{9CBD7B04-FA48-4C52-91AB-A7C3D529F832}"/>
                </a:ext>
              </a:extLst>
            </p:cNvPr>
            <p:cNvSpPr txBox="1"/>
            <p:nvPr/>
          </p:nvSpPr>
          <p:spPr>
            <a:xfrm>
              <a:off x="5000122" y="1904051"/>
              <a:ext cx="2744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G</a:t>
              </a:r>
            </a:p>
          </p:txBody>
        </p:sp>
        <p:sp>
          <p:nvSpPr>
            <p:cNvPr id="887" name="Textfeld 886">
              <a:extLst>
                <a:ext uri="{FF2B5EF4-FFF2-40B4-BE49-F238E27FC236}">
                  <a16:creationId xmlns:a16="http://schemas.microsoft.com/office/drawing/2014/main" id="{1B56685A-19B4-4A04-96D7-30D447B8A5D9}"/>
                </a:ext>
              </a:extLst>
            </p:cNvPr>
            <p:cNvSpPr txBox="1"/>
            <p:nvPr/>
          </p:nvSpPr>
          <p:spPr>
            <a:xfrm>
              <a:off x="5434478" y="1904051"/>
              <a:ext cx="2728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H</a:t>
              </a:r>
            </a:p>
          </p:txBody>
        </p:sp>
        <p:sp>
          <p:nvSpPr>
            <p:cNvPr id="888" name="Textfeld 887">
              <a:extLst>
                <a:ext uri="{FF2B5EF4-FFF2-40B4-BE49-F238E27FC236}">
                  <a16:creationId xmlns:a16="http://schemas.microsoft.com/office/drawing/2014/main" id="{875F7A12-68EA-485D-B8C6-D7D1A96112A1}"/>
                </a:ext>
              </a:extLst>
            </p:cNvPr>
            <p:cNvSpPr txBox="1"/>
            <p:nvPr/>
          </p:nvSpPr>
          <p:spPr>
            <a:xfrm>
              <a:off x="5888318" y="1904051"/>
              <a:ext cx="2199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I</a:t>
              </a:r>
            </a:p>
          </p:txBody>
        </p:sp>
        <p:sp>
          <p:nvSpPr>
            <p:cNvPr id="889" name="Textfeld 888">
              <a:extLst>
                <a:ext uri="{FF2B5EF4-FFF2-40B4-BE49-F238E27FC236}">
                  <a16:creationId xmlns:a16="http://schemas.microsoft.com/office/drawing/2014/main" id="{1CCAFBB3-5EC8-4D36-ACC6-22B703CD3E07}"/>
                </a:ext>
              </a:extLst>
            </p:cNvPr>
            <p:cNvSpPr txBox="1"/>
            <p:nvPr/>
          </p:nvSpPr>
          <p:spPr>
            <a:xfrm>
              <a:off x="6316809" y="1904051"/>
              <a:ext cx="2295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J</a:t>
              </a:r>
            </a:p>
          </p:txBody>
        </p:sp>
        <p:sp>
          <p:nvSpPr>
            <p:cNvPr id="890" name="Textfeld 889">
              <a:extLst>
                <a:ext uri="{FF2B5EF4-FFF2-40B4-BE49-F238E27FC236}">
                  <a16:creationId xmlns:a16="http://schemas.microsoft.com/office/drawing/2014/main" id="{A36CF6B6-1E02-4618-92D9-E779043802CA}"/>
                </a:ext>
              </a:extLst>
            </p:cNvPr>
            <p:cNvSpPr txBox="1"/>
            <p:nvPr/>
          </p:nvSpPr>
          <p:spPr>
            <a:xfrm>
              <a:off x="6729998" y="1904051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K</a:t>
              </a:r>
            </a:p>
          </p:txBody>
        </p:sp>
        <p:sp>
          <p:nvSpPr>
            <p:cNvPr id="891" name="Textfeld 890">
              <a:extLst>
                <a:ext uri="{FF2B5EF4-FFF2-40B4-BE49-F238E27FC236}">
                  <a16:creationId xmlns:a16="http://schemas.microsoft.com/office/drawing/2014/main" id="{004DC329-F1B8-42DB-9F41-E5130AA4A29B}"/>
                </a:ext>
              </a:extLst>
            </p:cNvPr>
            <p:cNvSpPr txBox="1"/>
            <p:nvPr/>
          </p:nvSpPr>
          <p:spPr>
            <a:xfrm>
              <a:off x="7163598" y="1904051"/>
              <a:ext cx="24397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L</a:t>
              </a:r>
            </a:p>
          </p:txBody>
        </p:sp>
        <p:sp>
          <p:nvSpPr>
            <p:cNvPr id="892" name="Rechteck 891">
              <a:extLst>
                <a:ext uri="{FF2B5EF4-FFF2-40B4-BE49-F238E27FC236}">
                  <a16:creationId xmlns:a16="http://schemas.microsoft.com/office/drawing/2014/main" id="{7D1C1514-6830-4A8B-BA3A-313C3D493D6E}"/>
                </a:ext>
              </a:extLst>
            </p:cNvPr>
            <p:cNvSpPr/>
            <p:nvPr/>
          </p:nvSpPr>
          <p:spPr>
            <a:xfrm>
              <a:off x="5348741" y="2277289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KW4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93" name="Rechteck 892">
              <a:extLst>
                <a:ext uri="{FF2B5EF4-FFF2-40B4-BE49-F238E27FC236}">
                  <a16:creationId xmlns:a16="http://schemas.microsoft.com/office/drawing/2014/main" id="{32E64B4E-AD07-4134-AED2-D765D4257637}"/>
                </a:ext>
              </a:extLst>
            </p:cNvPr>
            <p:cNvSpPr/>
            <p:nvPr/>
          </p:nvSpPr>
          <p:spPr>
            <a:xfrm>
              <a:off x="5779198" y="2277289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94" name="Rechteck 893">
              <a:extLst>
                <a:ext uri="{FF2B5EF4-FFF2-40B4-BE49-F238E27FC236}">
                  <a16:creationId xmlns:a16="http://schemas.microsoft.com/office/drawing/2014/main" id="{20C842AB-AE0F-41A6-872B-B532FA8C726D}"/>
                </a:ext>
              </a:extLst>
            </p:cNvPr>
            <p:cNvSpPr/>
            <p:nvPr/>
          </p:nvSpPr>
          <p:spPr>
            <a:xfrm>
              <a:off x="6209029" y="2277289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95" name="Rechteck 894">
              <a:extLst>
                <a:ext uri="{FF2B5EF4-FFF2-40B4-BE49-F238E27FC236}">
                  <a16:creationId xmlns:a16="http://schemas.microsoft.com/office/drawing/2014/main" id="{10B09ED9-7220-4B5E-B268-241D17227513}"/>
                </a:ext>
              </a:extLst>
            </p:cNvPr>
            <p:cNvSpPr/>
            <p:nvPr/>
          </p:nvSpPr>
          <p:spPr>
            <a:xfrm>
              <a:off x="6639767" y="2277289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EK3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96" name="Rechteck 895">
              <a:extLst>
                <a:ext uri="{FF2B5EF4-FFF2-40B4-BE49-F238E27FC236}">
                  <a16:creationId xmlns:a16="http://schemas.microsoft.com/office/drawing/2014/main" id="{84F6CEBD-7220-41BA-B84C-77BE3FBE8BA0}"/>
                </a:ext>
              </a:extLst>
            </p:cNvPr>
            <p:cNvSpPr/>
            <p:nvPr/>
          </p:nvSpPr>
          <p:spPr>
            <a:xfrm>
              <a:off x="7067375" y="2277289"/>
              <a:ext cx="426628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EK4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97" name="Rechteck 896">
              <a:extLst>
                <a:ext uri="{FF2B5EF4-FFF2-40B4-BE49-F238E27FC236}">
                  <a16:creationId xmlns:a16="http://schemas.microsoft.com/office/drawing/2014/main" id="{B14E5BC8-76FA-42BB-8F96-15CAE0D6431E}"/>
                </a:ext>
              </a:extLst>
            </p:cNvPr>
            <p:cNvSpPr/>
            <p:nvPr/>
          </p:nvSpPr>
          <p:spPr>
            <a:xfrm>
              <a:off x="4335626" y="2277289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98" name="Rechteck 897">
              <a:extLst>
                <a:ext uri="{FF2B5EF4-FFF2-40B4-BE49-F238E27FC236}">
                  <a16:creationId xmlns:a16="http://schemas.microsoft.com/office/drawing/2014/main" id="{0A2BFA28-C713-4C80-AF36-9CACC93247B2}"/>
                </a:ext>
              </a:extLst>
            </p:cNvPr>
            <p:cNvSpPr/>
            <p:nvPr/>
          </p:nvSpPr>
          <p:spPr>
            <a:xfrm>
              <a:off x="4627408" y="2277278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899" name="Gerader Verbinder 898">
              <a:extLst>
                <a:ext uri="{FF2B5EF4-FFF2-40B4-BE49-F238E27FC236}">
                  <a16:creationId xmlns:a16="http://schemas.microsoft.com/office/drawing/2014/main" id="{8DBD4891-CB64-42AB-B9E6-B779919B19A0}"/>
                </a:ext>
              </a:extLst>
            </p:cNvPr>
            <p:cNvCxnSpPr>
              <a:cxnSpLocks/>
            </p:cNvCxnSpPr>
            <p:nvPr/>
          </p:nvCxnSpPr>
          <p:spPr>
            <a:xfrm>
              <a:off x="4766130" y="215263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Gerader Verbinder 899">
              <a:extLst>
                <a:ext uri="{FF2B5EF4-FFF2-40B4-BE49-F238E27FC236}">
                  <a16:creationId xmlns:a16="http://schemas.microsoft.com/office/drawing/2014/main" id="{D83AB17A-CE6B-422A-90FB-FC57E3D39797}"/>
                </a:ext>
              </a:extLst>
            </p:cNvPr>
            <p:cNvCxnSpPr>
              <a:cxnSpLocks/>
            </p:cNvCxnSpPr>
            <p:nvPr/>
          </p:nvCxnSpPr>
          <p:spPr>
            <a:xfrm>
              <a:off x="5132671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1" name="Gerader Verbinder 900">
              <a:extLst>
                <a:ext uri="{FF2B5EF4-FFF2-40B4-BE49-F238E27FC236}">
                  <a16:creationId xmlns:a16="http://schemas.microsoft.com/office/drawing/2014/main" id="{4FF5BDE9-127F-4C84-AD68-5A79ABA313CC}"/>
                </a:ext>
              </a:extLst>
            </p:cNvPr>
            <p:cNvCxnSpPr>
              <a:cxnSpLocks/>
            </p:cNvCxnSpPr>
            <p:nvPr/>
          </p:nvCxnSpPr>
          <p:spPr>
            <a:xfrm>
              <a:off x="5564449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2" name="Gerader Verbinder 901">
              <a:extLst>
                <a:ext uri="{FF2B5EF4-FFF2-40B4-BE49-F238E27FC236}">
                  <a16:creationId xmlns:a16="http://schemas.microsoft.com/office/drawing/2014/main" id="{E771ACBB-AC8E-4A5C-AC14-643154D62708}"/>
                </a:ext>
              </a:extLst>
            </p:cNvPr>
            <p:cNvCxnSpPr>
              <a:cxnSpLocks/>
            </p:cNvCxnSpPr>
            <p:nvPr/>
          </p:nvCxnSpPr>
          <p:spPr>
            <a:xfrm>
              <a:off x="5994906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3" name="Gerader Verbinder 902">
              <a:extLst>
                <a:ext uri="{FF2B5EF4-FFF2-40B4-BE49-F238E27FC236}">
                  <a16:creationId xmlns:a16="http://schemas.microsoft.com/office/drawing/2014/main" id="{CFD9CACD-502A-4B65-A43C-45948F2D1558}"/>
                </a:ext>
              </a:extLst>
            </p:cNvPr>
            <p:cNvCxnSpPr>
              <a:cxnSpLocks/>
            </p:cNvCxnSpPr>
            <p:nvPr/>
          </p:nvCxnSpPr>
          <p:spPr>
            <a:xfrm>
              <a:off x="6426684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" name="Gerader Verbinder 903">
              <a:extLst>
                <a:ext uri="{FF2B5EF4-FFF2-40B4-BE49-F238E27FC236}">
                  <a16:creationId xmlns:a16="http://schemas.microsoft.com/office/drawing/2014/main" id="{5D505ECB-32A7-48E6-AFE6-1ABA95688F12}"/>
                </a:ext>
              </a:extLst>
            </p:cNvPr>
            <p:cNvCxnSpPr>
              <a:cxnSpLocks/>
            </p:cNvCxnSpPr>
            <p:nvPr/>
          </p:nvCxnSpPr>
          <p:spPr>
            <a:xfrm>
              <a:off x="6855475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5" name="Gerader Verbinder 904">
              <a:extLst>
                <a:ext uri="{FF2B5EF4-FFF2-40B4-BE49-F238E27FC236}">
                  <a16:creationId xmlns:a16="http://schemas.microsoft.com/office/drawing/2014/main" id="{3D8C3D62-4AEB-47DE-9F8A-1AB4F79FA639}"/>
                </a:ext>
              </a:extLst>
            </p:cNvPr>
            <p:cNvCxnSpPr>
              <a:cxnSpLocks/>
            </p:cNvCxnSpPr>
            <p:nvPr/>
          </p:nvCxnSpPr>
          <p:spPr>
            <a:xfrm>
              <a:off x="7287253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6" name="Textfeld 905">
              <a:extLst>
                <a:ext uri="{FF2B5EF4-FFF2-40B4-BE49-F238E27FC236}">
                  <a16:creationId xmlns:a16="http://schemas.microsoft.com/office/drawing/2014/main" id="{00F13135-A330-419A-B726-4D3BE3B2C6C2}"/>
                </a:ext>
              </a:extLst>
            </p:cNvPr>
            <p:cNvSpPr txBox="1"/>
            <p:nvPr/>
          </p:nvSpPr>
          <p:spPr>
            <a:xfrm>
              <a:off x="4335313" y="1904051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907" name="Textfeld 906">
              <a:extLst>
                <a:ext uri="{FF2B5EF4-FFF2-40B4-BE49-F238E27FC236}">
                  <a16:creationId xmlns:a16="http://schemas.microsoft.com/office/drawing/2014/main" id="{63B8965B-037E-4A74-886F-121BE44D5379}"/>
                </a:ext>
              </a:extLst>
            </p:cNvPr>
            <p:cNvSpPr txBox="1"/>
            <p:nvPr/>
          </p:nvSpPr>
          <p:spPr>
            <a:xfrm>
              <a:off x="4615883" y="1904051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908" name="Rechteck 907">
              <a:extLst>
                <a:ext uri="{FF2B5EF4-FFF2-40B4-BE49-F238E27FC236}">
                  <a16:creationId xmlns:a16="http://schemas.microsoft.com/office/drawing/2014/main" id="{E7683A68-69ED-4BEC-ADD1-6BE871D881E7}"/>
                </a:ext>
              </a:extLst>
            </p:cNvPr>
            <p:cNvSpPr/>
            <p:nvPr/>
          </p:nvSpPr>
          <p:spPr>
            <a:xfrm>
              <a:off x="4916742" y="2516929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909" name="Gerader Verbinder 908">
              <a:extLst>
                <a:ext uri="{FF2B5EF4-FFF2-40B4-BE49-F238E27FC236}">
                  <a16:creationId xmlns:a16="http://schemas.microsoft.com/office/drawing/2014/main" id="{4D9D83DE-EB55-497A-A7A8-74E7EE5FCDAB}"/>
                </a:ext>
              </a:extLst>
            </p:cNvPr>
            <p:cNvCxnSpPr>
              <a:cxnSpLocks/>
            </p:cNvCxnSpPr>
            <p:nvPr/>
          </p:nvCxnSpPr>
          <p:spPr>
            <a:xfrm>
              <a:off x="4480070" y="275898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0" name="Textfeld 909">
              <a:extLst>
                <a:ext uri="{FF2B5EF4-FFF2-40B4-BE49-F238E27FC236}">
                  <a16:creationId xmlns:a16="http://schemas.microsoft.com/office/drawing/2014/main" id="{E28D9A57-A0F4-47A5-9C9D-80BEFA57012F}"/>
                </a:ext>
              </a:extLst>
            </p:cNvPr>
            <p:cNvSpPr txBox="1"/>
            <p:nvPr/>
          </p:nvSpPr>
          <p:spPr>
            <a:xfrm>
              <a:off x="4998861" y="2874555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911" name="Textfeld 910">
              <a:extLst>
                <a:ext uri="{FF2B5EF4-FFF2-40B4-BE49-F238E27FC236}">
                  <a16:creationId xmlns:a16="http://schemas.microsoft.com/office/drawing/2014/main" id="{CC631671-4439-4D35-BD00-BEDB066FF643}"/>
                </a:ext>
              </a:extLst>
            </p:cNvPr>
            <p:cNvSpPr txBox="1"/>
            <p:nvPr/>
          </p:nvSpPr>
          <p:spPr>
            <a:xfrm>
              <a:off x="5433217" y="2874555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912" name="Textfeld 911">
              <a:extLst>
                <a:ext uri="{FF2B5EF4-FFF2-40B4-BE49-F238E27FC236}">
                  <a16:creationId xmlns:a16="http://schemas.microsoft.com/office/drawing/2014/main" id="{5F40AB90-7338-4211-85E1-E8211D214663}"/>
                </a:ext>
              </a:extLst>
            </p:cNvPr>
            <p:cNvSpPr txBox="1"/>
            <p:nvPr/>
          </p:nvSpPr>
          <p:spPr>
            <a:xfrm>
              <a:off x="5862874" y="2874555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913" name="Textfeld 912">
              <a:extLst>
                <a:ext uri="{FF2B5EF4-FFF2-40B4-BE49-F238E27FC236}">
                  <a16:creationId xmlns:a16="http://schemas.microsoft.com/office/drawing/2014/main" id="{73817525-48FC-4A03-82CF-C494D87FA5E0}"/>
                </a:ext>
              </a:extLst>
            </p:cNvPr>
            <p:cNvSpPr txBox="1"/>
            <p:nvPr/>
          </p:nvSpPr>
          <p:spPr>
            <a:xfrm>
              <a:off x="6289901" y="2874555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914" name="Textfeld 913">
              <a:extLst>
                <a:ext uri="{FF2B5EF4-FFF2-40B4-BE49-F238E27FC236}">
                  <a16:creationId xmlns:a16="http://schemas.microsoft.com/office/drawing/2014/main" id="{A0265592-621B-4D32-810B-E898D61AA23F}"/>
                </a:ext>
              </a:extLst>
            </p:cNvPr>
            <p:cNvSpPr txBox="1"/>
            <p:nvPr/>
          </p:nvSpPr>
          <p:spPr>
            <a:xfrm>
              <a:off x="6728737" y="2874555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915" name="Textfeld 914">
              <a:extLst>
                <a:ext uri="{FF2B5EF4-FFF2-40B4-BE49-F238E27FC236}">
                  <a16:creationId xmlns:a16="http://schemas.microsoft.com/office/drawing/2014/main" id="{CCDDD5A9-5A2F-4289-B768-8B3C9CCF467D}"/>
                </a:ext>
              </a:extLst>
            </p:cNvPr>
            <p:cNvSpPr txBox="1"/>
            <p:nvPr/>
          </p:nvSpPr>
          <p:spPr>
            <a:xfrm>
              <a:off x="7162337" y="2874555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916" name="Rechteck 915">
              <a:extLst>
                <a:ext uri="{FF2B5EF4-FFF2-40B4-BE49-F238E27FC236}">
                  <a16:creationId xmlns:a16="http://schemas.microsoft.com/office/drawing/2014/main" id="{B0775B6A-A09D-4FEF-B457-F018CE8CA438}"/>
                </a:ext>
              </a:extLst>
            </p:cNvPr>
            <p:cNvSpPr/>
            <p:nvPr/>
          </p:nvSpPr>
          <p:spPr>
            <a:xfrm>
              <a:off x="5347480" y="2516929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17" name="Rechteck 916">
              <a:extLst>
                <a:ext uri="{FF2B5EF4-FFF2-40B4-BE49-F238E27FC236}">
                  <a16:creationId xmlns:a16="http://schemas.microsoft.com/office/drawing/2014/main" id="{C012F34D-F0B2-40F4-BB71-156846BCBD8C}"/>
                </a:ext>
              </a:extLst>
            </p:cNvPr>
            <p:cNvSpPr/>
            <p:nvPr/>
          </p:nvSpPr>
          <p:spPr>
            <a:xfrm>
              <a:off x="5777937" y="2516929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18" name="Rechteck 917">
              <a:extLst>
                <a:ext uri="{FF2B5EF4-FFF2-40B4-BE49-F238E27FC236}">
                  <a16:creationId xmlns:a16="http://schemas.microsoft.com/office/drawing/2014/main" id="{E1510497-FFF6-4990-A89A-286D837D9731}"/>
                </a:ext>
              </a:extLst>
            </p:cNvPr>
            <p:cNvSpPr/>
            <p:nvPr/>
          </p:nvSpPr>
          <p:spPr>
            <a:xfrm>
              <a:off x="6207768" y="2516929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19" name="Rechteck 918">
              <a:extLst>
                <a:ext uri="{FF2B5EF4-FFF2-40B4-BE49-F238E27FC236}">
                  <a16:creationId xmlns:a16="http://schemas.microsoft.com/office/drawing/2014/main" id="{D3EAC0A2-3EF5-41A1-B2FA-6092952FE4AE}"/>
                </a:ext>
              </a:extLst>
            </p:cNvPr>
            <p:cNvSpPr/>
            <p:nvPr/>
          </p:nvSpPr>
          <p:spPr>
            <a:xfrm>
              <a:off x="6638506" y="2516929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WW3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20" name="Rechteck 919">
              <a:extLst>
                <a:ext uri="{FF2B5EF4-FFF2-40B4-BE49-F238E27FC236}">
                  <a16:creationId xmlns:a16="http://schemas.microsoft.com/office/drawing/2014/main" id="{0848DCEB-BC83-4548-95BC-153707A542A6}"/>
                </a:ext>
              </a:extLst>
            </p:cNvPr>
            <p:cNvSpPr/>
            <p:nvPr/>
          </p:nvSpPr>
          <p:spPr>
            <a:xfrm>
              <a:off x="7067375" y="2516929"/>
              <a:ext cx="430379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WK3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21" name="Rechteck 920">
              <a:extLst>
                <a:ext uri="{FF2B5EF4-FFF2-40B4-BE49-F238E27FC236}">
                  <a16:creationId xmlns:a16="http://schemas.microsoft.com/office/drawing/2014/main" id="{48BDA481-10F9-45F0-BAF2-7BCFAE0CA4B8}"/>
                </a:ext>
              </a:extLst>
            </p:cNvPr>
            <p:cNvSpPr/>
            <p:nvPr/>
          </p:nvSpPr>
          <p:spPr>
            <a:xfrm>
              <a:off x="4335626" y="2516929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22" name="Rechteck 921">
              <a:extLst>
                <a:ext uri="{FF2B5EF4-FFF2-40B4-BE49-F238E27FC236}">
                  <a16:creationId xmlns:a16="http://schemas.microsoft.com/office/drawing/2014/main" id="{AB6989C6-25AD-4EE2-8A5B-72F569EA19E7}"/>
                </a:ext>
              </a:extLst>
            </p:cNvPr>
            <p:cNvSpPr/>
            <p:nvPr/>
          </p:nvSpPr>
          <p:spPr>
            <a:xfrm>
              <a:off x="4626147" y="2516918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923" name="Gerader Verbinder 922">
              <a:extLst>
                <a:ext uri="{FF2B5EF4-FFF2-40B4-BE49-F238E27FC236}">
                  <a16:creationId xmlns:a16="http://schemas.microsoft.com/office/drawing/2014/main" id="{82C0E1E6-D498-43B1-B0E4-D7C78716C1AE}"/>
                </a:ext>
              </a:extLst>
            </p:cNvPr>
            <p:cNvCxnSpPr>
              <a:cxnSpLocks/>
            </p:cNvCxnSpPr>
            <p:nvPr/>
          </p:nvCxnSpPr>
          <p:spPr>
            <a:xfrm>
              <a:off x="4764869" y="275898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4" name="Gerader Verbinder 923">
              <a:extLst>
                <a:ext uri="{FF2B5EF4-FFF2-40B4-BE49-F238E27FC236}">
                  <a16:creationId xmlns:a16="http://schemas.microsoft.com/office/drawing/2014/main" id="{6FFE4277-898C-435A-8513-F04320072FD9}"/>
                </a:ext>
              </a:extLst>
            </p:cNvPr>
            <p:cNvCxnSpPr>
              <a:cxnSpLocks/>
            </p:cNvCxnSpPr>
            <p:nvPr/>
          </p:nvCxnSpPr>
          <p:spPr>
            <a:xfrm>
              <a:off x="5131410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Gerader Verbinder 924">
              <a:extLst>
                <a:ext uri="{FF2B5EF4-FFF2-40B4-BE49-F238E27FC236}">
                  <a16:creationId xmlns:a16="http://schemas.microsoft.com/office/drawing/2014/main" id="{4E7FFCD9-2FA1-4115-80C6-D6887DCF60F0}"/>
                </a:ext>
              </a:extLst>
            </p:cNvPr>
            <p:cNvCxnSpPr>
              <a:cxnSpLocks/>
            </p:cNvCxnSpPr>
            <p:nvPr/>
          </p:nvCxnSpPr>
          <p:spPr>
            <a:xfrm>
              <a:off x="5563188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6" name="Gerader Verbinder 925">
              <a:extLst>
                <a:ext uri="{FF2B5EF4-FFF2-40B4-BE49-F238E27FC236}">
                  <a16:creationId xmlns:a16="http://schemas.microsoft.com/office/drawing/2014/main" id="{FD282073-94CD-4C6C-BBE5-210CB3F10245}"/>
                </a:ext>
              </a:extLst>
            </p:cNvPr>
            <p:cNvCxnSpPr>
              <a:cxnSpLocks/>
            </p:cNvCxnSpPr>
            <p:nvPr/>
          </p:nvCxnSpPr>
          <p:spPr>
            <a:xfrm>
              <a:off x="5993645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Gerader Verbinder 926">
              <a:extLst>
                <a:ext uri="{FF2B5EF4-FFF2-40B4-BE49-F238E27FC236}">
                  <a16:creationId xmlns:a16="http://schemas.microsoft.com/office/drawing/2014/main" id="{46D325CB-0C6A-44BC-8E53-736FD90F6923}"/>
                </a:ext>
              </a:extLst>
            </p:cNvPr>
            <p:cNvCxnSpPr>
              <a:cxnSpLocks/>
            </p:cNvCxnSpPr>
            <p:nvPr/>
          </p:nvCxnSpPr>
          <p:spPr>
            <a:xfrm>
              <a:off x="6425423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Gerader Verbinder 927">
              <a:extLst>
                <a:ext uri="{FF2B5EF4-FFF2-40B4-BE49-F238E27FC236}">
                  <a16:creationId xmlns:a16="http://schemas.microsoft.com/office/drawing/2014/main" id="{D2841517-721C-4ED8-9A77-8C2518D825FC}"/>
                </a:ext>
              </a:extLst>
            </p:cNvPr>
            <p:cNvCxnSpPr>
              <a:cxnSpLocks/>
            </p:cNvCxnSpPr>
            <p:nvPr/>
          </p:nvCxnSpPr>
          <p:spPr>
            <a:xfrm>
              <a:off x="6854214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Gerader Verbinder 928">
              <a:extLst>
                <a:ext uri="{FF2B5EF4-FFF2-40B4-BE49-F238E27FC236}">
                  <a16:creationId xmlns:a16="http://schemas.microsoft.com/office/drawing/2014/main" id="{A50CA98B-A818-4E94-8D4B-564CB4458D14}"/>
                </a:ext>
              </a:extLst>
            </p:cNvPr>
            <p:cNvCxnSpPr>
              <a:cxnSpLocks/>
            </p:cNvCxnSpPr>
            <p:nvPr/>
          </p:nvCxnSpPr>
          <p:spPr>
            <a:xfrm>
              <a:off x="7285992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0" name="Textfeld 929">
              <a:extLst>
                <a:ext uri="{FF2B5EF4-FFF2-40B4-BE49-F238E27FC236}">
                  <a16:creationId xmlns:a16="http://schemas.microsoft.com/office/drawing/2014/main" id="{07CFE214-778B-4129-B4AC-43255A007514}"/>
                </a:ext>
              </a:extLst>
            </p:cNvPr>
            <p:cNvSpPr txBox="1"/>
            <p:nvPr/>
          </p:nvSpPr>
          <p:spPr>
            <a:xfrm>
              <a:off x="4334052" y="2874555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931" name="Textfeld 930">
              <a:extLst>
                <a:ext uri="{FF2B5EF4-FFF2-40B4-BE49-F238E27FC236}">
                  <a16:creationId xmlns:a16="http://schemas.microsoft.com/office/drawing/2014/main" id="{48A289F1-AFE7-4746-A291-4C630A714036}"/>
                </a:ext>
              </a:extLst>
            </p:cNvPr>
            <p:cNvSpPr txBox="1"/>
            <p:nvPr/>
          </p:nvSpPr>
          <p:spPr>
            <a:xfrm>
              <a:off x="4614622" y="2874555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</p:grpSp>
      <p:grpSp>
        <p:nvGrpSpPr>
          <p:cNvPr id="932" name="Gruppieren 931">
            <a:extLst>
              <a:ext uri="{FF2B5EF4-FFF2-40B4-BE49-F238E27FC236}">
                <a16:creationId xmlns:a16="http://schemas.microsoft.com/office/drawing/2014/main" id="{A6BA88D0-1A71-499A-97FB-6B10F9D02E91}"/>
              </a:ext>
            </a:extLst>
          </p:cNvPr>
          <p:cNvGrpSpPr/>
          <p:nvPr/>
        </p:nvGrpSpPr>
        <p:grpSpPr>
          <a:xfrm>
            <a:off x="4397469" y="4488344"/>
            <a:ext cx="3163702" cy="1232114"/>
            <a:chOff x="4334052" y="1904051"/>
            <a:chExt cx="3163702" cy="1232114"/>
          </a:xfrm>
        </p:grpSpPr>
        <p:sp>
          <p:nvSpPr>
            <p:cNvPr id="933" name="Rechteck 932">
              <a:extLst>
                <a:ext uri="{FF2B5EF4-FFF2-40B4-BE49-F238E27FC236}">
                  <a16:creationId xmlns:a16="http://schemas.microsoft.com/office/drawing/2014/main" id="{668A0508-1707-4AF7-B3C4-DA37E06FC0D7}"/>
                </a:ext>
              </a:extLst>
            </p:cNvPr>
            <p:cNvSpPr/>
            <p:nvPr/>
          </p:nvSpPr>
          <p:spPr>
            <a:xfrm>
              <a:off x="4918003" y="2277289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934" name="Gerader Verbinder 933">
              <a:extLst>
                <a:ext uri="{FF2B5EF4-FFF2-40B4-BE49-F238E27FC236}">
                  <a16:creationId xmlns:a16="http://schemas.microsoft.com/office/drawing/2014/main" id="{A3CFA6D5-A115-4625-BE2F-DB59FD2722CC}"/>
                </a:ext>
              </a:extLst>
            </p:cNvPr>
            <p:cNvCxnSpPr>
              <a:cxnSpLocks/>
            </p:cNvCxnSpPr>
            <p:nvPr/>
          </p:nvCxnSpPr>
          <p:spPr>
            <a:xfrm>
              <a:off x="4481331" y="215263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5" name="Textfeld 934">
              <a:extLst>
                <a:ext uri="{FF2B5EF4-FFF2-40B4-BE49-F238E27FC236}">
                  <a16:creationId xmlns:a16="http://schemas.microsoft.com/office/drawing/2014/main" id="{6D4C74DA-616D-435F-A05D-95F9921CD987}"/>
                </a:ext>
              </a:extLst>
            </p:cNvPr>
            <p:cNvSpPr txBox="1"/>
            <p:nvPr/>
          </p:nvSpPr>
          <p:spPr>
            <a:xfrm>
              <a:off x="5000122" y="1904051"/>
              <a:ext cx="2744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G</a:t>
              </a:r>
            </a:p>
          </p:txBody>
        </p:sp>
        <p:sp>
          <p:nvSpPr>
            <p:cNvPr id="936" name="Textfeld 935">
              <a:extLst>
                <a:ext uri="{FF2B5EF4-FFF2-40B4-BE49-F238E27FC236}">
                  <a16:creationId xmlns:a16="http://schemas.microsoft.com/office/drawing/2014/main" id="{FC136A01-77F3-439A-968E-E276916EB2C7}"/>
                </a:ext>
              </a:extLst>
            </p:cNvPr>
            <p:cNvSpPr txBox="1"/>
            <p:nvPr/>
          </p:nvSpPr>
          <p:spPr>
            <a:xfrm>
              <a:off x="5434478" y="1904051"/>
              <a:ext cx="2728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H</a:t>
              </a:r>
            </a:p>
          </p:txBody>
        </p:sp>
        <p:sp>
          <p:nvSpPr>
            <p:cNvPr id="937" name="Textfeld 936">
              <a:extLst>
                <a:ext uri="{FF2B5EF4-FFF2-40B4-BE49-F238E27FC236}">
                  <a16:creationId xmlns:a16="http://schemas.microsoft.com/office/drawing/2014/main" id="{C67EB2AD-5A61-4881-B5ED-3B168935931E}"/>
                </a:ext>
              </a:extLst>
            </p:cNvPr>
            <p:cNvSpPr txBox="1"/>
            <p:nvPr/>
          </p:nvSpPr>
          <p:spPr>
            <a:xfrm>
              <a:off x="5888318" y="1904051"/>
              <a:ext cx="2199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I</a:t>
              </a:r>
            </a:p>
          </p:txBody>
        </p:sp>
        <p:sp>
          <p:nvSpPr>
            <p:cNvPr id="938" name="Textfeld 937">
              <a:extLst>
                <a:ext uri="{FF2B5EF4-FFF2-40B4-BE49-F238E27FC236}">
                  <a16:creationId xmlns:a16="http://schemas.microsoft.com/office/drawing/2014/main" id="{6F76C5E6-0793-4516-A80A-A04577CFA8E9}"/>
                </a:ext>
              </a:extLst>
            </p:cNvPr>
            <p:cNvSpPr txBox="1"/>
            <p:nvPr/>
          </p:nvSpPr>
          <p:spPr>
            <a:xfrm>
              <a:off x="6316809" y="1904051"/>
              <a:ext cx="2295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J</a:t>
              </a:r>
            </a:p>
          </p:txBody>
        </p:sp>
        <p:sp>
          <p:nvSpPr>
            <p:cNvPr id="939" name="Textfeld 938">
              <a:extLst>
                <a:ext uri="{FF2B5EF4-FFF2-40B4-BE49-F238E27FC236}">
                  <a16:creationId xmlns:a16="http://schemas.microsoft.com/office/drawing/2014/main" id="{2DCB6B96-FA47-4CE1-B8C1-4836951A6A3C}"/>
                </a:ext>
              </a:extLst>
            </p:cNvPr>
            <p:cNvSpPr txBox="1"/>
            <p:nvPr/>
          </p:nvSpPr>
          <p:spPr>
            <a:xfrm>
              <a:off x="6729998" y="1904051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K</a:t>
              </a:r>
            </a:p>
          </p:txBody>
        </p:sp>
        <p:sp>
          <p:nvSpPr>
            <p:cNvPr id="940" name="Textfeld 939">
              <a:extLst>
                <a:ext uri="{FF2B5EF4-FFF2-40B4-BE49-F238E27FC236}">
                  <a16:creationId xmlns:a16="http://schemas.microsoft.com/office/drawing/2014/main" id="{B765D46F-8846-43F3-AF26-7C93CB6F340C}"/>
                </a:ext>
              </a:extLst>
            </p:cNvPr>
            <p:cNvSpPr txBox="1"/>
            <p:nvPr/>
          </p:nvSpPr>
          <p:spPr>
            <a:xfrm>
              <a:off x="7163598" y="1904051"/>
              <a:ext cx="24397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L</a:t>
              </a:r>
            </a:p>
          </p:txBody>
        </p:sp>
        <p:sp>
          <p:nvSpPr>
            <p:cNvPr id="941" name="Rechteck 940">
              <a:extLst>
                <a:ext uri="{FF2B5EF4-FFF2-40B4-BE49-F238E27FC236}">
                  <a16:creationId xmlns:a16="http://schemas.microsoft.com/office/drawing/2014/main" id="{D3CB8673-1283-4E76-9C25-8866EC7A34C9}"/>
                </a:ext>
              </a:extLst>
            </p:cNvPr>
            <p:cNvSpPr/>
            <p:nvPr/>
          </p:nvSpPr>
          <p:spPr>
            <a:xfrm>
              <a:off x="5348741" y="2277289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42" name="Rechteck 941">
              <a:extLst>
                <a:ext uri="{FF2B5EF4-FFF2-40B4-BE49-F238E27FC236}">
                  <a16:creationId xmlns:a16="http://schemas.microsoft.com/office/drawing/2014/main" id="{79BFD3A5-4A76-4262-9C11-BFE23C09E33A}"/>
                </a:ext>
              </a:extLst>
            </p:cNvPr>
            <p:cNvSpPr/>
            <p:nvPr/>
          </p:nvSpPr>
          <p:spPr>
            <a:xfrm>
              <a:off x="5779198" y="2277289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WW3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43" name="Rechteck 942">
              <a:extLst>
                <a:ext uri="{FF2B5EF4-FFF2-40B4-BE49-F238E27FC236}">
                  <a16:creationId xmlns:a16="http://schemas.microsoft.com/office/drawing/2014/main" id="{466EB176-FB65-4BB7-BCFB-680C0924382B}"/>
                </a:ext>
              </a:extLst>
            </p:cNvPr>
            <p:cNvSpPr/>
            <p:nvPr/>
          </p:nvSpPr>
          <p:spPr>
            <a:xfrm>
              <a:off x="6209029" y="2277289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KW3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44" name="Rechteck 943">
              <a:extLst>
                <a:ext uri="{FF2B5EF4-FFF2-40B4-BE49-F238E27FC236}">
                  <a16:creationId xmlns:a16="http://schemas.microsoft.com/office/drawing/2014/main" id="{55D8BF88-3417-42CE-99D0-0BD3512210DE}"/>
                </a:ext>
              </a:extLst>
            </p:cNvPr>
            <p:cNvSpPr/>
            <p:nvPr/>
          </p:nvSpPr>
          <p:spPr>
            <a:xfrm>
              <a:off x="6639767" y="2277289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WW4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45" name="Rechteck 944">
              <a:extLst>
                <a:ext uri="{FF2B5EF4-FFF2-40B4-BE49-F238E27FC236}">
                  <a16:creationId xmlns:a16="http://schemas.microsoft.com/office/drawing/2014/main" id="{51B08AE0-2A79-47F0-B5A6-AFE5EAEB6027}"/>
                </a:ext>
              </a:extLst>
            </p:cNvPr>
            <p:cNvSpPr/>
            <p:nvPr/>
          </p:nvSpPr>
          <p:spPr>
            <a:xfrm>
              <a:off x="7067375" y="2277289"/>
              <a:ext cx="426628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KW4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46" name="Rechteck 945">
              <a:extLst>
                <a:ext uri="{FF2B5EF4-FFF2-40B4-BE49-F238E27FC236}">
                  <a16:creationId xmlns:a16="http://schemas.microsoft.com/office/drawing/2014/main" id="{4BD8F038-EBF4-4C43-B24D-487813F29A77}"/>
                </a:ext>
              </a:extLst>
            </p:cNvPr>
            <p:cNvSpPr/>
            <p:nvPr/>
          </p:nvSpPr>
          <p:spPr>
            <a:xfrm>
              <a:off x="4335626" y="2277289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47" name="Rechteck 946">
              <a:extLst>
                <a:ext uri="{FF2B5EF4-FFF2-40B4-BE49-F238E27FC236}">
                  <a16:creationId xmlns:a16="http://schemas.microsoft.com/office/drawing/2014/main" id="{9A488E7E-CE7E-4DBD-964E-3BCB5A70BD27}"/>
                </a:ext>
              </a:extLst>
            </p:cNvPr>
            <p:cNvSpPr/>
            <p:nvPr/>
          </p:nvSpPr>
          <p:spPr>
            <a:xfrm>
              <a:off x="4627408" y="2277278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948" name="Gerader Verbinder 947">
              <a:extLst>
                <a:ext uri="{FF2B5EF4-FFF2-40B4-BE49-F238E27FC236}">
                  <a16:creationId xmlns:a16="http://schemas.microsoft.com/office/drawing/2014/main" id="{BC5CC91E-764B-4105-A243-E2F13E07D013}"/>
                </a:ext>
              </a:extLst>
            </p:cNvPr>
            <p:cNvCxnSpPr>
              <a:cxnSpLocks/>
            </p:cNvCxnSpPr>
            <p:nvPr/>
          </p:nvCxnSpPr>
          <p:spPr>
            <a:xfrm>
              <a:off x="4766130" y="215263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Gerader Verbinder 948">
              <a:extLst>
                <a:ext uri="{FF2B5EF4-FFF2-40B4-BE49-F238E27FC236}">
                  <a16:creationId xmlns:a16="http://schemas.microsoft.com/office/drawing/2014/main" id="{7780BC66-4560-40C0-9218-EB30A74E4708}"/>
                </a:ext>
              </a:extLst>
            </p:cNvPr>
            <p:cNvCxnSpPr>
              <a:cxnSpLocks/>
            </p:cNvCxnSpPr>
            <p:nvPr/>
          </p:nvCxnSpPr>
          <p:spPr>
            <a:xfrm>
              <a:off x="5132671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Gerader Verbinder 949">
              <a:extLst>
                <a:ext uri="{FF2B5EF4-FFF2-40B4-BE49-F238E27FC236}">
                  <a16:creationId xmlns:a16="http://schemas.microsoft.com/office/drawing/2014/main" id="{6B95D14D-586F-4708-A970-E4F4B932F359}"/>
                </a:ext>
              </a:extLst>
            </p:cNvPr>
            <p:cNvCxnSpPr>
              <a:cxnSpLocks/>
            </p:cNvCxnSpPr>
            <p:nvPr/>
          </p:nvCxnSpPr>
          <p:spPr>
            <a:xfrm>
              <a:off x="5564449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Gerader Verbinder 950">
              <a:extLst>
                <a:ext uri="{FF2B5EF4-FFF2-40B4-BE49-F238E27FC236}">
                  <a16:creationId xmlns:a16="http://schemas.microsoft.com/office/drawing/2014/main" id="{776FE912-2050-48B4-AEE8-8A50D67D68DB}"/>
                </a:ext>
              </a:extLst>
            </p:cNvPr>
            <p:cNvCxnSpPr>
              <a:cxnSpLocks/>
            </p:cNvCxnSpPr>
            <p:nvPr/>
          </p:nvCxnSpPr>
          <p:spPr>
            <a:xfrm>
              <a:off x="5994906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Gerader Verbinder 951">
              <a:extLst>
                <a:ext uri="{FF2B5EF4-FFF2-40B4-BE49-F238E27FC236}">
                  <a16:creationId xmlns:a16="http://schemas.microsoft.com/office/drawing/2014/main" id="{5A55DF9F-659E-4C8F-B0BF-EC8C882CDD33}"/>
                </a:ext>
              </a:extLst>
            </p:cNvPr>
            <p:cNvCxnSpPr>
              <a:cxnSpLocks/>
            </p:cNvCxnSpPr>
            <p:nvPr/>
          </p:nvCxnSpPr>
          <p:spPr>
            <a:xfrm>
              <a:off x="6426684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Gerader Verbinder 952">
              <a:extLst>
                <a:ext uri="{FF2B5EF4-FFF2-40B4-BE49-F238E27FC236}">
                  <a16:creationId xmlns:a16="http://schemas.microsoft.com/office/drawing/2014/main" id="{32620971-D0F8-40A2-A3BD-3ED5D76DF3EC}"/>
                </a:ext>
              </a:extLst>
            </p:cNvPr>
            <p:cNvCxnSpPr>
              <a:cxnSpLocks/>
            </p:cNvCxnSpPr>
            <p:nvPr/>
          </p:nvCxnSpPr>
          <p:spPr>
            <a:xfrm>
              <a:off x="6855475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4" name="Gerader Verbinder 953">
              <a:extLst>
                <a:ext uri="{FF2B5EF4-FFF2-40B4-BE49-F238E27FC236}">
                  <a16:creationId xmlns:a16="http://schemas.microsoft.com/office/drawing/2014/main" id="{9BC03273-08CE-41C0-82F2-68A0FAE1F3F5}"/>
                </a:ext>
              </a:extLst>
            </p:cNvPr>
            <p:cNvCxnSpPr>
              <a:cxnSpLocks/>
            </p:cNvCxnSpPr>
            <p:nvPr/>
          </p:nvCxnSpPr>
          <p:spPr>
            <a:xfrm>
              <a:off x="7287253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5" name="Textfeld 954">
              <a:extLst>
                <a:ext uri="{FF2B5EF4-FFF2-40B4-BE49-F238E27FC236}">
                  <a16:creationId xmlns:a16="http://schemas.microsoft.com/office/drawing/2014/main" id="{07F26E98-E487-41CE-8D1D-9B45BE0858B3}"/>
                </a:ext>
              </a:extLst>
            </p:cNvPr>
            <p:cNvSpPr txBox="1"/>
            <p:nvPr/>
          </p:nvSpPr>
          <p:spPr>
            <a:xfrm>
              <a:off x="4335313" y="1904051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956" name="Textfeld 955">
              <a:extLst>
                <a:ext uri="{FF2B5EF4-FFF2-40B4-BE49-F238E27FC236}">
                  <a16:creationId xmlns:a16="http://schemas.microsoft.com/office/drawing/2014/main" id="{40670682-E8BF-4B79-871F-60655E39D62A}"/>
                </a:ext>
              </a:extLst>
            </p:cNvPr>
            <p:cNvSpPr txBox="1"/>
            <p:nvPr/>
          </p:nvSpPr>
          <p:spPr>
            <a:xfrm>
              <a:off x="4615883" y="1904051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957" name="Rechteck 956">
              <a:extLst>
                <a:ext uri="{FF2B5EF4-FFF2-40B4-BE49-F238E27FC236}">
                  <a16:creationId xmlns:a16="http://schemas.microsoft.com/office/drawing/2014/main" id="{9E969489-5CF4-425D-AB68-A41C249BC947}"/>
                </a:ext>
              </a:extLst>
            </p:cNvPr>
            <p:cNvSpPr/>
            <p:nvPr/>
          </p:nvSpPr>
          <p:spPr>
            <a:xfrm>
              <a:off x="4916742" y="2516929"/>
              <a:ext cx="431417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958" name="Gerader Verbinder 957">
              <a:extLst>
                <a:ext uri="{FF2B5EF4-FFF2-40B4-BE49-F238E27FC236}">
                  <a16:creationId xmlns:a16="http://schemas.microsoft.com/office/drawing/2014/main" id="{64146469-6E16-47B2-8F52-AB45C82344C8}"/>
                </a:ext>
              </a:extLst>
            </p:cNvPr>
            <p:cNvCxnSpPr>
              <a:cxnSpLocks/>
            </p:cNvCxnSpPr>
            <p:nvPr/>
          </p:nvCxnSpPr>
          <p:spPr>
            <a:xfrm>
              <a:off x="4480070" y="275898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9" name="Textfeld 958">
              <a:extLst>
                <a:ext uri="{FF2B5EF4-FFF2-40B4-BE49-F238E27FC236}">
                  <a16:creationId xmlns:a16="http://schemas.microsoft.com/office/drawing/2014/main" id="{65171CE6-A74B-4D4C-89F1-B33148DA50AB}"/>
                </a:ext>
              </a:extLst>
            </p:cNvPr>
            <p:cNvSpPr txBox="1"/>
            <p:nvPr/>
          </p:nvSpPr>
          <p:spPr>
            <a:xfrm>
              <a:off x="4998861" y="2874555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960" name="Textfeld 959">
              <a:extLst>
                <a:ext uri="{FF2B5EF4-FFF2-40B4-BE49-F238E27FC236}">
                  <a16:creationId xmlns:a16="http://schemas.microsoft.com/office/drawing/2014/main" id="{F7C18CAD-5A31-41EF-A4A2-95D943260692}"/>
                </a:ext>
              </a:extLst>
            </p:cNvPr>
            <p:cNvSpPr txBox="1"/>
            <p:nvPr/>
          </p:nvSpPr>
          <p:spPr>
            <a:xfrm>
              <a:off x="5433217" y="2874555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961" name="Textfeld 960">
              <a:extLst>
                <a:ext uri="{FF2B5EF4-FFF2-40B4-BE49-F238E27FC236}">
                  <a16:creationId xmlns:a16="http://schemas.microsoft.com/office/drawing/2014/main" id="{EA1E7AB3-77B3-42D9-918E-3721025FF41F}"/>
                </a:ext>
              </a:extLst>
            </p:cNvPr>
            <p:cNvSpPr txBox="1"/>
            <p:nvPr/>
          </p:nvSpPr>
          <p:spPr>
            <a:xfrm>
              <a:off x="5862874" y="2874555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962" name="Textfeld 961">
              <a:extLst>
                <a:ext uri="{FF2B5EF4-FFF2-40B4-BE49-F238E27FC236}">
                  <a16:creationId xmlns:a16="http://schemas.microsoft.com/office/drawing/2014/main" id="{5A90A473-C7AE-453A-A5B7-B06C6C5633D2}"/>
                </a:ext>
              </a:extLst>
            </p:cNvPr>
            <p:cNvSpPr txBox="1"/>
            <p:nvPr/>
          </p:nvSpPr>
          <p:spPr>
            <a:xfrm>
              <a:off x="6289901" y="2874555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963" name="Textfeld 962">
              <a:extLst>
                <a:ext uri="{FF2B5EF4-FFF2-40B4-BE49-F238E27FC236}">
                  <a16:creationId xmlns:a16="http://schemas.microsoft.com/office/drawing/2014/main" id="{23AA7988-9D3A-43A4-A421-4A1B220D68CA}"/>
                </a:ext>
              </a:extLst>
            </p:cNvPr>
            <p:cNvSpPr txBox="1"/>
            <p:nvPr/>
          </p:nvSpPr>
          <p:spPr>
            <a:xfrm>
              <a:off x="6728737" y="2874555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964" name="Textfeld 963">
              <a:extLst>
                <a:ext uri="{FF2B5EF4-FFF2-40B4-BE49-F238E27FC236}">
                  <a16:creationId xmlns:a16="http://schemas.microsoft.com/office/drawing/2014/main" id="{8E60F9A7-BA43-4614-BCD7-62ED541AAEC1}"/>
                </a:ext>
              </a:extLst>
            </p:cNvPr>
            <p:cNvSpPr txBox="1"/>
            <p:nvPr/>
          </p:nvSpPr>
          <p:spPr>
            <a:xfrm>
              <a:off x="7162337" y="2874555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965" name="Rechteck 964">
              <a:extLst>
                <a:ext uri="{FF2B5EF4-FFF2-40B4-BE49-F238E27FC236}">
                  <a16:creationId xmlns:a16="http://schemas.microsoft.com/office/drawing/2014/main" id="{CDF4AEBD-441E-457C-8798-6396BE146DF9}"/>
                </a:ext>
              </a:extLst>
            </p:cNvPr>
            <p:cNvSpPr/>
            <p:nvPr/>
          </p:nvSpPr>
          <p:spPr>
            <a:xfrm>
              <a:off x="5347480" y="2516929"/>
              <a:ext cx="431417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66" name="Rechteck 965">
              <a:extLst>
                <a:ext uri="{FF2B5EF4-FFF2-40B4-BE49-F238E27FC236}">
                  <a16:creationId xmlns:a16="http://schemas.microsoft.com/office/drawing/2014/main" id="{888E3136-50C8-40C7-87C7-E10DC8431B25}"/>
                </a:ext>
              </a:extLst>
            </p:cNvPr>
            <p:cNvSpPr/>
            <p:nvPr/>
          </p:nvSpPr>
          <p:spPr>
            <a:xfrm>
              <a:off x="5777937" y="2516929"/>
              <a:ext cx="431417" cy="2402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67" name="Rechteck 966">
              <a:extLst>
                <a:ext uri="{FF2B5EF4-FFF2-40B4-BE49-F238E27FC236}">
                  <a16:creationId xmlns:a16="http://schemas.microsoft.com/office/drawing/2014/main" id="{211AF393-55B3-4FEA-A77F-B4F90821D2A9}"/>
                </a:ext>
              </a:extLst>
            </p:cNvPr>
            <p:cNvSpPr/>
            <p:nvPr/>
          </p:nvSpPr>
          <p:spPr>
            <a:xfrm>
              <a:off x="6207768" y="2516929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68" name="Rechteck 967">
              <a:extLst>
                <a:ext uri="{FF2B5EF4-FFF2-40B4-BE49-F238E27FC236}">
                  <a16:creationId xmlns:a16="http://schemas.microsoft.com/office/drawing/2014/main" id="{6146AFD8-4B68-4164-B12A-47558F227379}"/>
                </a:ext>
              </a:extLst>
            </p:cNvPr>
            <p:cNvSpPr/>
            <p:nvPr/>
          </p:nvSpPr>
          <p:spPr>
            <a:xfrm>
              <a:off x="6638506" y="2516929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69" name="Rechteck 968">
              <a:extLst>
                <a:ext uri="{FF2B5EF4-FFF2-40B4-BE49-F238E27FC236}">
                  <a16:creationId xmlns:a16="http://schemas.microsoft.com/office/drawing/2014/main" id="{4804BD10-D236-434B-B94F-01DC2FD698AB}"/>
                </a:ext>
              </a:extLst>
            </p:cNvPr>
            <p:cNvSpPr/>
            <p:nvPr/>
          </p:nvSpPr>
          <p:spPr>
            <a:xfrm>
              <a:off x="7067375" y="2516929"/>
              <a:ext cx="430379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70" name="Rechteck 969">
              <a:extLst>
                <a:ext uri="{FF2B5EF4-FFF2-40B4-BE49-F238E27FC236}">
                  <a16:creationId xmlns:a16="http://schemas.microsoft.com/office/drawing/2014/main" id="{8B212205-0CED-4A6A-B96E-C0DF6B7DE914}"/>
                </a:ext>
              </a:extLst>
            </p:cNvPr>
            <p:cNvSpPr/>
            <p:nvPr/>
          </p:nvSpPr>
          <p:spPr>
            <a:xfrm>
              <a:off x="4335626" y="2516929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71" name="Rechteck 970">
              <a:extLst>
                <a:ext uri="{FF2B5EF4-FFF2-40B4-BE49-F238E27FC236}">
                  <a16:creationId xmlns:a16="http://schemas.microsoft.com/office/drawing/2014/main" id="{B43D46AF-1211-4DF8-A1F9-82910391BA24}"/>
                </a:ext>
              </a:extLst>
            </p:cNvPr>
            <p:cNvSpPr/>
            <p:nvPr/>
          </p:nvSpPr>
          <p:spPr>
            <a:xfrm>
              <a:off x="4626147" y="2516918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972" name="Gerader Verbinder 971">
              <a:extLst>
                <a:ext uri="{FF2B5EF4-FFF2-40B4-BE49-F238E27FC236}">
                  <a16:creationId xmlns:a16="http://schemas.microsoft.com/office/drawing/2014/main" id="{4E1F13EB-976A-4831-AB13-FC4AD575A11C}"/>
                </a:ext>
              </a:extLst>
            </p:cNvPr>
            <p:cNvCxnSpPr>
              <a:cxnSpLocks/>
            </p:cNvCxnSpPr>
            <p:nvPr/>
          </p:nvCxnSpPr>
          <p:spPr>
            <a:xfrm>
              <a:off x="4764869" y="275898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Gerader Verbinder 972">
              <a:extLst>
                <a:ext uri="{FF2B5EF4-FFF2-40B4-BE49-F238E27FC236}">
                  <a16:creationId xmlns:a16="http://schemas.microsoft.com/office/drawing/2014/main" id="{307E0E3F-4670-4827-88A5-9067978B1508}"/>
                </a:ext>
              </a:extLst>
            </p:cNvPr>
            <p:cNvCxnSpPr>
              <a:cxnSpLocks/>
            </p:cNvCxnSpPr>
            <p:nvPr/>
          </p:nvCxnSpPr>
          <p:spPr>
            <a:xfrm>
              <a:off x="5131410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Gerader Verbinder 973">
              <a:extLst>
                <a:ext uri="{FF2B5EF4-FFF2-40B4-BE49-F238E27FC236}">
                  <a16:creationId xmlns:a16="http://schemas.microsoft.com/office/drawing/2014/main" id="{F77B6311-6551-4A9A-8FA6-AF086D2FEF0D}"/>
                </a:ext>
              </a:extLst>
            </p:cNvPr>
            <p:cNvCxnSpPr>
              <a:cxnSpLocks/>
            </p:cNvCxnSpPr>
            <p:nvPr/>
          </p:nvCxnSpPr>
          <p:spPr>
            <a:xfrm>
              <a:off x="5563188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5" name="Gerader Verbinder 974">
              <a:extLst>
                <a:ext uri="{FF2B5EF4-FFF2-40B4-BE49-F238E27FC236}">
                  <a16:creationId xmlns:a16="http://schemas.microsoft.com/office/drawing/2014/main" id="{265BB6A5-1319-41DC-A98F-4699F2993D58}"/>
                </a:ext>
              </a:extLst>
            </p:cNvPr>
            <p:cNvCxnSpPr>
              <a:cxnSpLocks/>
            </p:cNvCxnSpPr>
            <p:nvPr/>
          </p:nvCxnSpPr>
          <p:spPr>
            <a:xfrm>
              <a:off x="5993645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Gerader Verbinder 975">
              <a:extLst>
                <a:ext uri="{FF2B5EF4-FFF2-40B4-BE49-F238E27FC236}">
                  <a16:creationId xmlns:a16="http://schemas.microsoft.com/office/drawing/2014/main" id="{D801DAED-566F-45B8-B817-2CD22C4F51CF}"/>
                </a:ext>
              </a:extLst>
            </p:cNvPr>
            <p:cNvCxnSpPr>
              <a:cxnSpLocks/>
            </p:cNvCxnSpPr>
            <p:nvPr/>
          </p:nvCxnSpPr>
          <p:spPr>
            <a:xfrm>
              <a:off x="6425423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7" name="Gerader Verbinder 976">
              <a:extLst>
                <a:ext uri="{FF2B5EF4-FFF2-40B4-BE49-F238E27FC236}">
                  <a16:creationId xmlns:a16="http://schemas.microsoft.com/office/drawing/2014/main" id="{FB1A7865-F796-4673-B89B-A95A3B3F98DC}"/>
                </a:ext>
              </a:extLst>
            </p:cNvPr>
            <p:cNvCxnSpPr>
              <a:cxnSpLocks/>
            </p:cNvCxnSpPr>
            <p:nvPr/>
          </p:nvCxnSpPr>
          <p:spPr>
            <a:xfrm>
              <a:off x="6854214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Gerader Verbinder 977">
              <a:extLst>
                <a:ext uri="{FF2B5EF4-FFF2-40B4-BE49-F238E27FC236}">
                  <a16:creationId xmlns:a16="http://schemas.microsoft.com/office/drawing/2014/main" id="{5D3CF402-A3C8-44CA-892C-D495F2EE852B}"/>
                </a:ext>
              </a:extLst>
            </p:cNvPr>
            <p:cNvCxnSpPr>
              <a:cxnSpLocks/>
            </p:cNvCxnSpPr>
            <p:nvPr/>
          </p:nvCxnSpPr>
          <p:spPr>
            <a:xfrm>
              <a:off x="7285992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9" name="Textfeld 978">
              <a:extLst>
                <a:ext uri="{FF2B5EF4-FFF2-40B4-BE49-F238E27FC236}">
                  <a16:creationId xmlns:a16="http://schemas.microsoft.com/office/drawing/2014/main" id="{F93417EC-A8D2-4283-95AD-D61A37AD664D}"/>
                </a:ext>
              </a:extLst>
            </p:cNvPr>
            <p:cNvSpPr txBox="1"/>
            <p:nvPr/>
          </p:nvSpPr>
          <p:spPr>
            <a:xfrm>
              <a:off x="4334052" y="2874555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980" name="Textfeld 979">
              <a:extLst>
                <a:ext uri="{FF2B5EF4-FFF2-40B4-BE49-F238E27FC236}">
                  <a16:creationId xmlns:a16="http://schemas.microsoft.com/office/drawing/2014/main" id="{CB24277E-CA9A-4207-B3DA-53F1A1368B6C}"/>
                </a:ext>
              </a:extLst>
            </p:cNvPr>
            <p:cNvSpPr txBox="1"/>
            <p:nvPr/>
          </p:nvSpPr>
          <p:spPr>
            <a:xfrm>
              <a:off x="4614622" y="2874555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</p:grpSp>
      <p:grpSp>
        <p:nvGrpSpPr>
          <p:cNvPr id="981" name="Gruppieren 980">
            <a:extLst>
              <a:ext uri="{FF2B5EF4-FFF2-40B4-BE49-F238E27FC236}">
                <a16:creationId xmlns:a16="http://schemas.microsoft.com/office/drawing/2014/main" id="{00B2E178-0AC1-4217-9C04-C6695CF380C1}"/>
              </a:ext>
            </a:extLst>
          </p:cNvPr>
          <p:cNvGrpSpPr/>
          <p:nvPr/>
        </p:nvGrpSpPr>
        <p:grpSpPr>
          <a:xfrm>
            <a:off x="4394794" y="3015555"/>
            <a:ext cx="3163702" cy="1232114"/>
            <a:chOff x="4334052" y="1904051"/>
            <a:chExt cx="3163702" cy="1232114"/>
          </a:xfrm>
        </p:grpSpPr>
        <p:sp>
          <p:nvSpPr>
            <p:cNvPr id="982" name="Rechteck 981">
              <a:extLst>
                <a:ext uri="{FF2B5EF4-FFF2-40B4-BE49-F238E27FC236}">
                  <a16:creationId xmlns:a16="http://schemas.microsoft.com/office/drawing/2014/main" id="{DEA58A8C-5A25-47A3-92D4-B0AB0A192690}"/>
                </a:ext>
              </a:extLst>
            </p:cNvPr>
            <p:cNvSpPr/>
            <p:nvPr/>
          </p:nvSpPr>
          <p:spPr>
            <a:xfrm>
              <a:off x="4918003" y="2277289"/>
              <a:ext cx="431417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983" name="Gerader Verbinder 982">
              <a:extLst>
                <a:ext uri="{FF2B5EF4-FFF2-40B4-BE49-F238E27FC236}">
                  <a16:creationId xmlns:a16="http://schemas.microsoft.com/office/drawing/2014/main" id="{043D5124-0DFC-45E6-A195-0FE1A23AAE9E}"/>
                </a:ext>
              </a:extLst>
            </p:cNvPr>
            <p:cNvCxnSpPr>
              <a:cxnSpLocks/>
            </p:cNvCxnSpPr>
            <p:nvPr/>
          </p:nvCxnSpPr>
          <p:spPr>
            <a:xfrm>
              <a:off x="4481331" y="215263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4" name="Textfeld 983">
              <a:extLst>
                <a:ext uri="{FF2B5EF4-FFF2-40B4-BE49-F238E27FC236}">
                  <a16:creationId xmlns:a16="http://schemas.microsoft.com/office/drawing/2014/main" id="{D5F2940F-8C29-4ED4-9044-C2C74A4CC8BD}"/>
                </a:ext>
              </a:extLst>
            </p:cNvPr>
            <p:cNvSpPr txBox="1"/>
            <p:nvPr/>
          </p:nvSpPr>
          <p:spPr>
            <a:xfrm>
              <a:off x="5000122" y="1904051"/>
              <a:ext cx="2744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G</a:t>
              </a:r>
            </a:p>
          </p:txBody>
        </p:sp>
        <p:sp>
          <p:nvSpPr>
            <p:cNvPr id="985" name="Textfeld 984">
              <a:extLst>
                <a:ext uri="{FF2B5EF4-FFF2-40B4-BE49-F238E27FC236}">
                  <a16:creationId xmlns:a16="http://schemas.microsoft.com/office/drawing/2014/main" id="{80C2CCDF-541A-4E3F-9777-FD16CBA95032}"/>
                </a:ext>
              </a:extLst>
            </p:cNvPr>
            <p:cNvSpPr txBox="1"/>
            <p:nvPr/>
          </p:nvSpPr>
          <p:spPr>
            <a:xfrm>
              <a:off x="5434478" y="1904051"/>
              <a:ext cx="2728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H</a:t>
              </a:r>
            </a:p>
          </p:txBody>
        </p:sp>
        <p:sp>
          <p:nvSpPr>
            <p:cNvPr id="986" name="Textfeld 985">
              <a:extLst>
                <a:ext uri="{FF2B5EF4-FFF2-40B4-BE49-F238E27FC236}">
                  <a16:creationId xmlns:a16="http://schemas.microsoft.com/office/drawing/2014/main" id="{604DF798-77EE-4E61-B1C9-D4411C79F002}"/>
                </a:ext>
              </a:extLst>
            </p:cNvPr>
            <p:cNvSpPr txBox="1"/>
            <p:nvPr/>
          </p:nvSpPr>
          <p:spPr>
            <a:xfrm>
              <a:off x="5888318" y="1904051"/>
              <a:ext cx="2199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I</a:t>
              </a:r>
            </a:p>
          </p:txBody>
        </p:sp>
        <p:sp>
          <p:nvSpPr>
            <p:cNvPr id="987" name="Textfeld 986">
              <a:extLst>
                <a:ext uri="{FF2B5EF4-FFF2-40B4-BE49-F238E27FC236}">
                  <a16:creationId xmlns:a16="http://schemas.microsoft.com/office/drawing/2014/main" id="{2064FB2F-9E13-4ACA-A5FB-DF6C4AC4846E}"/>
                </a:ext>
              </a:extLst>
            </p:cNvPr>
            <p:cNvSpPr txBox="1"/>
            <p:nvPr/>
          </p:nvSpPr>
          <p:spPr>
            <a:xfrm>
              <a:off x="6316809" y="1904051"/>
              <a:ext cx="2295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J</a:t>
              </a:r>
            </a:p>
          </p:txBody>
        </p:sp>
        <p:sp>
          <p:nvSpPr>
            <p:cNvPr id="988" name="Textfeld 987">
              <a:extLst>
                <a:ext uri="{FF2B5EF4-FFF2-40B4-BE49-F238E27FC236}">
                  <a16:creationId xmlns:a16="http://schemas.microsoft.com/office/drawing/2014/main" id="{209C60A9-1320-448B-AEB0-4F3733873CEA}"/>
                </a:ext>
              </a:extLst>
            </p:cNvPr>
            <p:cNvSpPr txBox="1"/>
            <p:nvPr/>
          </p:nvSpPr>
          <p:spPr>
            <a:xfrm>
              <a:off x="6729998" y="1904051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K</a:t>
              </a:r>
            </a:p>
          </p:txBody>
        </p:sp>
        <p:sp>
          <p:nvSpPr>
            <p:cNvPr id="989" name="Textfeld 988">
              <a:extLst>
                <a:ext uri="{FF2B5EF4-FFF2-40B4-BE49-F238E27FC236}">
                  <a16:creationId xmlns:a16="http://schemas.microsoft.com/office/drawing/2014/main" id="{D03D1E30-9EB6-4E19-A096-416F162855D8}"/>
                </a:ext>
              </a:extLst>
            </p:cNvPr>
            <p:cNvSpPr txBox="1"/>
            <p:nvPr/>
          </p:nvSpPr>
          <p:spPr>
            <a:xfrm>
              <a:off x="7163598" y="1904051"/>
              <a:ext cx="24397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L</a:t>
              </a:r>
            </a:p>
          </p:txBody>
        </p:sp>
        <p:sp>
          <p:nvSpPr>
            <p:cNvPr id="990" name="Rechteck 989">
              <a:extLst>
                <a:ext uri="{FF2B5EF4-FFF2-40B4-BE49-F238E27FC236}">
                  <a16:creationId xmlns:a16="http://schemas.microsoft.com/office/drawing/2014/main" id="{883BFC01-A6BD-4523-91B7-042EF022645D}"/>
                </a:ext>
              </a:extLst>
            </p:cNvPr>
            <p:cNvSpPr/>
            <p:nvPr/>
          </p:nvSpPr>
          <p:spPr>
            <a:xfrm>
              <a:off x="5348741" y="2277289"/>
              <a:ext cx="431417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91" name="Rechteck 990">
              <a:extLst>
                <a:ext uri="{FF2B5EF4-FFF2-40B4-BE49-F238E27FC236}">
                  <a16:creationId xmlns:a16="http://schemas.microsoft.com/office/drawing/2014/main" id="{E2DF6702-E699-436C-BEFC-5B0AF23CFA06}"/>
                </a:ext>
              </a:extLst>
            </p:cNvPr>
            <p:cNvSpPr/>
            <p:nvPr/>
          </p:nvSpPr>
          <p:spPr>
            <a:xfrm>
              <a:off x="5779198" y="2277289"/>
              <a:ext cx="431417" cy="2402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92" name="Rechteck 991">
              <a:extLst>
                <a:ext uri="{FF2B5EF4-FFF2-40B4-BE49-F238E27FC236}">
                  <a16:creationId xmlns:a16="http://schemas.microsoft.com/office/drawing/2014/main" id="{BDAC976B-EF7E-4073-93FA-0ED2B7CE0552}"/>
                </a:ext>
              </a:extLst>
            </p:cNvPr>
            <p:cNvSpPr/>
            <p:nvPr/>
          </p:nvSpPr>
          <p:spPr>
            <a:xfrm>
              <a:off x="6209029" y="2277289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93" name="Rechteck 992">
              <a:extLst>
                <a:ext uri="{FF2B5EF4-FFF2-40B4-BE49-F238E27FC236}">
                  <a16:creationId xmlns:a16="http://schemas.microsoft.com/office/drawing/2014/main" id="{0AB03978-5694-4790-B9D1-530C309CB12D}"/>
                </a:ext>
              </a:extLst>
            </p:cNvPr>
            <p:cNvSpPr/>
            <p:nvPr/>
          </p:nvSpPr>
          <p:spPr>
            <a:xfrm>
              <a:off x="6639767" y="2277289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94" name="Rechteck 993">
              <a:extLst>
                <a:ext uri="{FF2B5EF4-FFF2-40B4-BE49-F238E27FC236}">
                  <a16:creationId xmlns:a16="http://schemas.microsoft.com/office/drawing/2014/main" id="{66D3A969-5302-4A37-8617-FA212F13E5A4}"/>
                </a:ext>
              </a:extLst>
            </p:cNvPr>
            <p:cNvSpPr/>
            <p:nvPr/>
          </p:nvSpPr>
          <p:spPr>
            <a:xfrm>
              <a:off x="7067375" y="2277289"/>
              <a:ext cx="426628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95" name="Rechteck 994">
              <a:extLst>
                <a:ext uri="{FF2B5EF4-FFF2-40B4-BE49-F238E27FC236}">
                  <a16:creationId xmlns:a16="http://schemas.microsoft.com/office/drawing/2014/main" id="{B30DBF7C-3A92-46DA-B040-A638209182BF}"/>
                </a:ext>
              </a:extLst>
            </p:cNvPr>
            <p:cNvSpPr/>
            <p:nvPr/>
          </p:nvSpPr>
          <p:spPr>
            <a:xfrm>
              <a:off x="4335626" y="2277289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96" name="Rechteck 995">
              <a:extLst>
                <a:ext uri="{FF2B5EF4-FFF2-40B4-BE49-F238E27FC236}">
                  <a16:creationId xmlns:a16="http://schemas.microsoft.com/office/drawing/2014/main" id="{E58C7BD0-9A33-47C9-B624-0026B9F25055}"/>
                </a:ext>
              </a:extLst>
            </p:cNvPr>
            <p:cNvSpPr/>
            <p:nvPr/>
          </p:nvSpPr>
          <p:spPr>
            <a:xfrm>
              <a:off x="4627408" y="2277278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997" name="Gerader Verbinder 996">
              <a:extLst>
                <a:ext uri="{FF2B5EF4-FFF2-40B4-BE49-F238E27FC236}">
                  <a16:creationId xmlns:a16="http://schemas.microsoft.com/office/drawing/2014/main" id="{D54877D8-602C-4D22-B28A-40820C33F04C}"/>
                </a:ext>
              </a:extLst>
            </p:cNvPr>
            <p:cNvCxnSpPr>
              <a:cxnSpLocks/>
            </p:cNvCxnSpPr>
            <p:nvPr/>
          </p:nvCxnSpPr>
          <p:spPr>
            <a:xfrm>
              <a:off x="4766130" y="215263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8" name="Gerader Verbinder 997">
              <a:extLst>
                <a:ext uri="{FF2B5EF4-FFF2-40B4-BE49-F238E27FC236}">
                  <a16:creationId xmlns:a16="http://schemas.microsoft.com/office/drawing/2014/main" id="{D4152834-7901-4E6E-9E1C-1D023F0B4169}"/>
                </a:ext>
              </a:extLst>
            </p:cNvPr>
            <p:cNvCxnSpPr>
              <a:cxnSpLocks/>
            </p:cNvCxnSpPr>
            <p:nvPr/>
          </p:nvCxnSpPr>
          <p:spPr>
            <a:xfrm>
              <a:off x="5132671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9" name="Gerader Verbinder 998">
              <a:extLst>
                <a:ext uri="{FF2B5EF4-FFF2-40B4-BE49-F238E27FC236}">
                  <a16:creationId xmlns:a16="http://schemas.microsoft.com/office/drawing/2014/main" id="{26DBF782-9B10-41CD-A923-3BECDB26134A}"/>
                </a:ext>
              </a:extLst>
            </p:cNvPr>
            <p:cNvCxnSpPr>
              <a:cxnSpLocks/>
            </p:cNvCxnSpPr>
            <p:nvPr/>
          </p:nvCxnSpPr>
          <p:spPr>
            <a:xfrm>
              <a:off x="5564449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0" name="Gerader Verbinder 999">
              <a:extLst>
                <a:ext uri="{FF2B5EF4-FFF2-40B4-BE49-F238E27FC236}">
                  <a16:creationId xmlns:a16="http://schemas.microsoft.com/office/drawing/2014/main" id="{012A3EB1-0F96-4D83-AEEE-A00E6B43264E}"/>
                </a:ext>
              </a:extLst>
            </p:cNvPr>
            <p:cNvCxnSpPr>
              <a:cxnSpLocks/>
            </p:cNvCxnSpPr>
            <p:nvPr/>
          </p:nvCxnSpPr>
          <p:spPr>
            <a:xfrm>
              <a:off x="5994906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1" name="Gerader Verbinder 1000">
              <a:extLst>
                <a:ext uri="{FF2B5EF4-FFF2-40B4-BE49-F238E27FC236}">
                  <a16:creationId xmlns:a16="http://schemas.microsoft.com/office/drawing/2014/main" id="{193A37CE-4710-4743-86A9-07B491BA26B4}"/>
                </a:ext>
              </a:extLst>
            </p:cNvPr>
            <p:cNvCxnSpPr>
              <a:cxnSpLocks/>
            </p:cNvCxnSpPr>
            <p:nvPr/>
          </p:nvCxnSpPr>
          <p:spPr>
            <a:xfrm>
              <a:off x="6426684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2" name="Gerader Verbinder 1001">
              <a:extLst>
                <a:ext uri="{FF2B5EF4-FFF2-40B4-BE49-F238E27FC236}">
                  <a16:creationId xmlns:a16="http://schemas.microsoft.com/office/drawing/2014/main" id="{484A19E6-BC29-4D82-BD08-88429C4DFC89}"/>
                </a:ext>
              </a:extLst>
            </p:cNvPr>
            <p:cNvCxnSpPr>
              <a:cxnSpLocks/>
            </p:cNvCxnSpPr>
            <p:nvPr/>
          </p:nvCxnSpPr>
          <p:spPr>
            <a:xfrm>
              <a:off x="6855475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3" name="Gerader Verbinder 1002">
              <a:extLst>
                <a:ext uri="{FF2B5EF4-FFF2-40B4-BE49-F238E27FC236}">
                  <a16:creationId xmlns:a16="http://schemas.microsoft.com/office/drawing/2014/main" id="{0DB550D6-862B-473F-B918-B69B96481FEF}"/>
                </a:ext>
              </a:extLst>
            </p:cNvPr>
            <p:cNvCxnSpPr>
              <a:cxnSpLocks/>
            </p:cNvCxnSpPr>
            <p:nvPr/>
          </p:nvCxnSpPr>
          <p:spPr>
            <a:xfrm>
              <a:off x="7287253" y="2149700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4" name="Textfeld 1003">
              <a:extLst>
                <a:ext uri="{FF2B5EF4-FFF2-40B4-BE49-F238E27FC236}">
                  <a16:creationId xmlns:a16="http://schemas.microsoft.com/office/drawing/2014/main" id="{0179C65F-4454-42D6-899E-30EE61AB7787}"/>
                </a:ext>
              </a:extLst>
            </p:cNvPr>
            <p:cNvSpPr txBox="1"/>
            <p:nvPr/>
          </p:nvSpPr>
          <p:spPr>
            <a:xfrm>
              <a:off x="4335313" y="1904051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1005" name="Textfeld 1004">
              <a:extLst>
                <a:ext uri="{FF2B5EF4-FFF2-40B4-BE49-F238E27FC236}">
                  <a16:creationId xmlns:a16="http://schemas.microsoft.com/office/drawing/2014/main" id="{85D58CBD-C0AA-4988-AF06-3CCDF97C604E}"/>
                </a:ext>
              </a:extLst>
            </p:cNvPr>
            <p:cNvSpPr txBox="1"/>
            <p:nvPr/>
          </p:nvSpPr>
          <p:spPr>
            <a:xfrm>
              <a:off x="4615883" y="1904051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1006" name="Rechteck 1005">
              <a:extLst>
                <a:ext uri="{FF2B5EF4-FFF2-40B4-BE49-F238E27FC236}">
                  <a16:creationId xmlns:a16="http://schemas.microsoft.com/office/drawing/2014/main" id="{C2EAF270-E18E-40BF-A0F6-D4AFE2FAC979}"/>
                </a:ext>
              </a:extLst>
            </p:cNvPr>
            <p:cNvSpPr/>
            <p:nvPr/>
          </p:nvSpPr>
          <p:spPr>
            <a:xfrm>
              <a:off x="4916742" y="2516929"/>
              <a:ext cx="431417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007" name="Gerader Verbinder 1006">
              <a:extLst>
                <a:ext uri="{FF2B5EF4-FFF2-40B4-BE49-F238E27FC236}">
                  <a16:creationId xmlns:a16="http://schemas.microsoft.com/office/drawing/2014/main" id="{22D18201-ADCF-4E89-A3D6-ECAD76BEC74E}"/>
                </a:ext>
              </a:extLst>
            </p:cNvPr>
            <p:cNvCxnSpPr>
              <a:cxnSpLocks/>
            </p:cNvCxnSpPr>
            <p:nvPr/>
          </p:nvCxnSpPr>
          <p:spPr>
            <a:xfrm>
              <a:off x="4480070" y="275898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8" name="Textfeld 1007">
              <a:extLst>
                <a:ext uri="{FF2B5EF4-FFF2-40B4-BE49-F238E27FC236}">
                  <a16:creationId xmlns:a16="http://schemas.microsoft.com/office/drawing/2014/main" id="{3566B5D6-8514-42AF-AD73-969B74D22C37}"/>
                </a:ext>
              </a:extLst>
            </p:cNvPr>
            <p:cNvSpPr txBox="1"/>
            <p:nvPr/>
          </p:nvSpPr>
          <p:spPr>
            <a:xfrm>
              <a:off x="4998861" y="2874555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1009" name="Textfeld 1008">
              <a:extLst>
                <a:ext uri="{FF2B5EF4-FFF2-40B4-BE49-F238E27FC236}">
                  <a16:creationId xmlns:a16="http://schemas.microsoft.com/office/drawing/2014/main" id="{25AB4328-A40B-4854-ACFF-AD8904A27062}"/>
                </a:ext>
              </a:extLst>
            </p:cNvPr>
            <p:cNvSpPr txBox="1"/>
            <p:nvPr/>
          </p:nvSpPr>
          <p:spPr>
            <a:xfrm>
              <a:off x="5433217" y="2874555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1010" name="Textfeld 1009">
              <a:extLst>
                <a:ext uri="{FF2B5EF4-FFF2-40B4-BE49-F238E27FC236}">
                  <a16:creationId xmlns:a16="http://schemas.microsoft.com/office/drawing/2014/main" id="{D4290A6A-D0E5-44F2-9742-C309B72B39FD}"/>
                </a:ext>
              </a:extLst>
            </p:cNvPr>
            <p:cNvSpPr txBox="1"/>
            <p:nvPr/>
          </p:nvSpPr>
          <p:spPr>
            <a:xfrm>
              <a:off x="5862874" y="2874555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1011" name="Textfeld 1010">
              <a:extLst>
                <a:ext uri="{FF2B5EF4-FFF2-40B4-BE49-F238E27FC236}">
                  <a16:creationId xmlns:a16="http://schemas.microsoft.com/office/drawing/2014/main" id="{B627AE51-2455-476C-811A-09B9D65A8904}"/>
                </a:ext>
              </a:extLst>
            </p:cNvPr>
            <p:cNvSpPr txBox="1"/>
            <p:nvPr/>
          </p:nvSpPr>
          <p:spPr>
            <a:xfrm>
              <a:off x="6289901" y="2874555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1012" name="Textfeld 1011">
              <a:extLst>
                <a:ext uri="{FF2B5EF4-FFF2-40B4-BE49-F238E27FC236}">
                  <a16:creationId xmlns:a16="http://schemas.microsoft.com/office/drawing/2014/main" id="{27AF1FF7-B06F-452F-B595-0E111A24DDC4}"/>
                </a:ext>
              </a:extLst>
            </p:cNvPr>
            <p:cNvSpPr txBox="1"/>
            <p:nvPr/>
          </p:nvSpPr>
          <p:spPr>
            <a:xfrm>
              <a:off x="6728737" y="2874555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1013" name="Textfeld 1012">
              <a:extLst>
                <a:ext uri="{FF2B5EF4-FFF2-40B4-BE49-F238E27FC236}">
                  <a16:creationId xmlns:a16="http://schemas.microsoft.com/office/drawing/2014/main" id="{A4A71F7B-BD13-49B9-8FBB-B3168F46552F}"/>
                </a:ext>
              </a:extLst>
            </p:cNvPr>
            <p:cNvSpPr txBox="1"/>
            <p:nvPr/>
          </p:nvSpPr>
          <p:spPr>
            <a:xfrm>
              <a:off x="7162337" y="2874555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1014" name="Rechteck 1013">
              <a:extLst>
                <a:ext uri="{FF2B5EF4-FFF2-40B4-BE49-F238E27FC236}">
                  <a16:creationId xmlns:a16="http://schemas.microsoft.com/office/drawing/2014/main" id="{6EA0500C-4B40-4F40-BE62-D186FD3DD178}"/>
                </a:ext>
              </a:extLst>
            </p:cNvPr>
            <p:cNvSpPr/>
            <p:nvPr/>
          </p:nvSpPr>
          <p:spPr>
            <a:xfrm>
              <a:off x="5347480" y="2516929"/>
              <a:ext cx="431417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15" name="Rechteck 1014">
              <a:extLst>
                <a:ext uri="{FF2B5EF4-FFF2-40B4-BE49-F238E27FC236}">
                  <a16:creationId xmlns:a16="http://schemas.microsoft.com/office/drawing/2014/main" id="{19969364-31C3-4FD6-AD4F-289779DA3346}"/>
                </a:ext>
              </a:extLst>
            </p:cNvPr>
            <p:cNvSpPr/>
            <p:nvPr/>
          </p:nvSpPr>
          <p:spPr>
            <a:xfrm>
              <a:off x="5777937" y="2516929"/>
              <a:ext cx="431417" cy="2402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16" name="Rechteck 1015">
              <a:extLst>
                <a:ext uri="{FF2B5EF4-FFF2-40B4-BE49-F238E27FC236}">
                  <a16:creationId xmlns:a16="http://schemas.microsoft.com/office/drawing/2014/main" id="{939CA026-660F-4D15-A0D5-5F26B5460546}"/>
                </a:ext>
              </a:extLst>
            </p:cNvPr>
            <p:cNvSpPr/>
            <p:nvPr/>
          </p:nvSpPr>
          <p:spPr>
            <a:xfrm>
              <a:off x="6207768" y="2516929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17" name="Rechteck 1016">
              <a:extLst>
                <a:ext uri="{FF2B5EF4-FFF2-40B4-BE49-F238E27FC236}">
                  <a16:creationId xmlns:a16="http://schemas.microsoft.com/office/drawing/2014/main" id="{B5FB2602-DABF-48CB-8EFB-6A7039435727}"/>
                </a:ext>
              </a:extLst>
            </p:cNvPr>
            <p:cNvSpPr/>
            <p:nvPr/>
          </p:nvSpPr>
          <p:spPr>
            <a:xfrm>
              <a:off x="6638506" y="2516929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18" name="Rechteck 1017">
              <a:extLst>
                <a:ext uri="{FF2B5EF4-FFF2-40B4-BE49-F238E27FC236}">
                  <a16:creationId xmlns:a16="http://schemas.microsoft.com/office/drawing/2014/main" id="{2D5E4762-5078-4866-B59A-2C3050117FF0}"/>
                </a:ext>
              </a:extLst>
            </p:cNvPr>
            <p:cNvSpPr/>
            <p:nvPr/>
          </p:nvSpPr>
          <p:spPr>
            <a:xfrm>
              <a:off x="7067375" y="2516929"/>
              <a:ext cx="430379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19" name="Rechteck 1018">
              <a:extLst>
                <a:ext uri="{FF2B5EF4-FFF2-40B4-BE49-F238E27FC236}">
                  <a16:creationId xmlns:a16="http://schemas.microsoft.com/office/drawing/2014/main" id="{B9EEC1FA-F6B1-4258-B54A-4A2C2596D488}"/>
                </a:ext>
              </a:extLst>
            </p:cNvPr>
            <p:cNvSpPr/>
            <p:nvPr/>
          </p:nvSpPr>
          <p:spPr>
            <a:xfrm>
              <a:off x="4335626" y="2516929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20" name="Rechteck 1019">
              <a:extLst>
                <a:ext uri="{FF2B5EF4-FFF2-40B4-BE49-F238E27FC236}">
                  <a16:creationId xmlns:a16="http://schemas.microsoft.com/office/drawing/2014/main" id="{07646F38-05DF-4D06-8B3B-662EF9941814}"/>
                </a:ext>
              </a:extLst>
            </p:cNvPr>
            <p:cNvSpPr/>
            <p:nvPr/>
          </p:nvSpPr>
          <p:spPr>
            <a:xfrm>
              <a:off x="4626147" y="2516918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021" name="Gerader Verbinder 1020">
              <a:extLst>
                <a:ext uri="{FF2B5EF4-FFF2-40B4-BE49-F238E27FC236}">
                  <a16:creationId xmlns:a16="http://schemas.microsoft.com/office/drawing/2014/main" id="{BF178C36-7944-4E2D-909B-4C587B4597AF}"/>
                </a:ext>
              </a:extLst>
            </p:cNvPr>
            <p:cNvCxnSpPr>
              <a:cxnSpLocks/>
            </p:cNvCxnSpPr>
            <p:nvPr/>
          </p:nvCxnSpPr>
          <p:spPr>
            <a:xfrm>
              <a:off x="4764869" y="275898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2" name="Gerader Verbinder 1021">
              <a:extLst>
                <a:ext uri="{FF2B5EF4-FFF2-40B4-BE49-F238E27FC236}">
                  <a16:creationId xmlns:a16="http://schemas.microsoft.com/office/drawing/2014/main" id="{4388254B-81DF-46B0-8301-943B40E9098A}"/>
                </a:ext>
              </a:extLst>
            </p:cNvPr>
            <p:cNvCxnSpPr>
              <a:cxnSpLocks/>
            </p:cNvCxnSpPr>
            <p:nvPr/>
          </p:nvCxnSpPr>
          <p:spPr>
            <a:xfrm>
              <a:off x="5131410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3" name="Gerader Verbinder 1022">
              <a:extLst>
                <a:ext uri="{FF2B5EF4-FFF2-40B4-BE49-F238E27FC236}">
                  <a16:creationId xmlns:a16="http://schemas.microsoft.com/office/drawing/2014/main" id="{EFF37986-8BFA-4A72-9F80-8D197A17694B}"/>
                </a:ext>
              </a:extLst>
            </p:cNvPr>
            <p:cNvCxnSpPr>
              <a:cxnSpLocks/>
            </p:cNvCxnSpPr>
            <p:nvPr/>
          </p:nvCxnSpPr>
          <p:spPr>
            <a:xfrm>
              <a:off x="5563188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Gerader Verbinder 1023">
              <a:extLst>
                <a:ext uri="{FF2B5EF4-FFF2-40B4-BE49-F238E27FC236}">
                  <a16:creationId xmlns:a16="http://schemas.microsoft.com/office/drawing/2014/main" id="{C84A617F-8CE2-40DB-967B-9A1E693DEAE6}"/>
                </a:ext>
              </a:extLst>
            </p:cNvPr>
            <p:cNvCxnSpPr>
              <a:cxnSpLocks/>
            </p:cNvCxnSpPr>
            <p:nvPr/>
          </p:nvCxnSpPr>
          <p:spPr>
            <a:xfrm>
              <a:off x="5993645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Gerader Verbinder 1024">
              <a:extLst>
                <a:ext uri="{FF2B5EF4-FFF2-40B4-BE49-F238E27FC236}">
                  <a16:creationId xmlns:a16="http://schemas.microsoft.com/office/drawing/2014/main" id="{99F1FB86-5A44-4F6B-8A12-A8E74B9ACB7D}"/>
                </a:ext>
              </a:extLst>
            </p:cNvPr>
            <p:cNvCxnSpPr>
              <a:cxnSpLocks/>
            </p:cNvCxnSpPr>
            <p:nvPr/>
          </p:nvCxnSpPr>
          <p:spPr>
            <a:xfrm>
              <a:off x="6425423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" name="Gerader Verbinder 1025">
              <a:extLst>
                <a:ext uri="{FF2B5EF4-FFF2-40B4-BE49-F238E27FC236}">
                  <a16:creationId xmlns:a16="http://schemas.microsoft.com/office/drawing/2014/main" id="{62CCF274-049C-453A-8652-F979D717489A}"/>
                </a:ext>
              </a:extLst>
            </p:cNvPr>
            <p:cNvCxnSpPr>
              <a:cxnSpLocks/>
            </p:cNvCxnSpPr>
            <p:nvPr/>
          </p:nvCxnSpPr>
          <p:spPr>
            <a:xfrm>
              <a:off x="6854214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Gerader Verbinder 1026">
              <a:extLst>
                <a:ext uri="{FF2B5EF4-FFF2-40B4-BE49-F238E27FC236}">
                  <a16:creationId xmlns:a16="http://schemas.microsoft.com/office/drawing/2014/main" id="{FC9440EA-6260-4DF0-8CA6-54B3D247363C}"/>
                </a:ext>
              </a:extLst>
            </p:cNvPr>
            <p:cNvCxnSpPr>
              <a:cxnSpLocks/>
            </p:cNvCxnSpPr>
            <p:nvPr/>
          </p:nvCxnSpPr>
          <p:spPr>
            <a:xfrm>
              <a:off x="7285992" y="2756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8" name="Textfeld 1027">
              <a:extLst>
                <a:ext uri="{FF2B5EF4-FFF2-40B4-BE49-F238E27FC236}">
                  <a16:creationId xmlns:a16="http://schemas.microsoft.com/office/drawing/2014/main" id="{2EF90FF1-D678-408E-9BAB-BD6816B47AA6}"/>
                </a:ext>
              </a:extLst>
            </p:cNvPr>
            <p:cNvSpPr txBox="1"/>
            <p:nvPr/>
          </p:nvSpPr>
          <p:spPr>
            <a:xfrm>
              <a:off x="4334052" y="2874555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1029" name="Textfeld 1028">
              <a:extLst>
                <a:ext uri="{FF2B5EF4-FFF2-40B4-BE49-F238E27FC236}">
                  <a16:creationId xmlns:a16="http://schemas.microsoft.com/office/drawing/2014/main" id="{1ADF64D4-060E-49F5-8A61-8EDDC8B85E35}"/>
                </a:ext>
              </a:extLst>
            </p:cNvPr>
            <p:cNvSpPr txBox="1"/>
            <p:nvPr/>
          </p:nvSpPr>
          <p:spPr>
            <a:xfrm>
              <a:off x="4614622" y="2874555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7301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6" name="Gruppieren 555">
            <a:extLst>
              <a:ext uri="{FF2B5EF4-FFF2-40B4-BE49-F238E27FC236}">
                <a16:creationId xmlns:a16="http://schemas.microsoft.com/office/drawing/2014/main" id="{11FF8E72-1CE3-42FB-995B-38F2AEE41C35}"/>
              </a:ext>
            </a:extLst>
          </p:cNvPr>
          <p:cNvGrpSpPr/>
          <p:nvPr/>
        </p:nvGrpSpPr>
        <p:grpSpPr>
          <a:xfrm>
            <a:off x="390619" y="340369"/>
            <a:ext cx="2885758" cy="601738"/>
            <a:chOff x="435501" y="1968434"/>
            <a:chExt cx="2885758" cy="601738"/>
          </a:xfrm>
        </p:grpSpPr>
        <p:sp>
          <p:nvSpPr>
            <p:cNvPr id="117" name="Rechteck 116">
              <a:extLst>
                <a:ext uri="{FF2B5EF4-FFF2-40B4-BE49-F238E27FC236}">
                  <a16:creationId xmlns:a16="http://schemas.microsoft.com/office/drawing/2014/main" id="{0AF712B8-1B90-4B2B-B2C2-90C18247527C}"/>
                </a:ext>
              </a:extLst>
            </p:cNvPr>
            <p:cNvSpPr/>
            <p:nvPr/>
          </p:nvSpPr>
          <p:spPr>
            <a:xfrm>
              <a:off x="737621" y="232994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19" name="Textfeld 118">
              <a:extLst>
                <a:ext uri="{FF2B5EF4-FFF2-40B4-BE49-F238E27FC236}">
                  <a16:creationId xmlns:a16="http://schemas.microsoft.com/office/drawing/2014/main" id="{F963EC3F-AE0E-4951-93B0-8128364D13A5}"/>
                </a:ext>
              </a:extLst>
            </p:cNvPr>
            <p:cNvSpPr txBox="1"/>
            <p:nvPr/>
          </p:nvSpPr>
          <p:spPr>
            <a:xfrm>
              <a:off x="819740" y="1968434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122" name="Textfeld 121">
              <a:extLst>
                <a:ext uri="{FF2B5EF4-FFF2-40B4-BE49-F238E27FC236}">
                  <a16:creationId xmlns:a16="http://schemas.microsoft.com/office/drawing/2014/main" id="{5434FE3B-4C3D-4499-9D39-410E7F62A981}"/>
                </a:ext>
              </a:extLst>
            </p:cNvPr>
            <p:cNvSpPr txBox="1"/>
            <p:nvPr/>
          </p:nvSpPr>
          <p:spPr>
            <a:xfrm>
              <a:off x="1254096" y="1968434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125" name="Textfeld 124">
              <a:extLst>
                <a:ext uri="{FF2B5EF4-FFF2-40B4-BE49-F238E27FC236}">
                  <a16:creationId xmlns:a16="http://schemas.microsoft.com/office/drawing/2014/main" id="{946DA913-F807-47AD-9976-B070A5E72011}"/>
                </a:ext>
              </a:extLst>
            </p:cNvPr>
            <p:cNvSpPr txBox="1"/>
            <p:nvPr/>
          </p:nvSpPr>
          <p:spPr>
            <a:xfrm>
              <a:off x="1684488" y="1968434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128" name="Textfeld 127">
              <a:extLst>
                <a:ext uri="{FF2B5EF4-FFF2-40B4-BE49-F238E27FC236}">
                  <a16:creationId xmlns:a16="http://schemas.microsoft.com/office/drawing/2014/main" id="{4964B4D3-F588-48DE-A0D4-3B4519D19E28}"/>
                </a:ext>
              </a:extLst>
            </p:cNvPr>
            <p:cNvSpPr txBox="1"/>
            <p:nvPr/>
          </p:nvSpPr>
          <p:spPr>
            <a:xfrm>
              <a:off x="2118841" y="1968434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131" name="Textfeld 130">
              <a:extLst>
                <a:ext uri="{FF2B5EF4-FFF2-40B4-BE49-F238E27FC236}">
                  <a16:creationId xmlns:a16="http://schemas.microsoft.com/office/drawing/2014/main" id="{9DDF5C73-6A63-4ABA-86EB-F9CF31C2B2FC}"/>
                </a:ext>
              </a:extLst>
            </p:cNvPr>
            <p:cNvSpPr txBox="1"/>
            <p:nvPr/>
          </p:nvSpPr>
          <p:spPr>
            <a:xfrm>
              <a:off x="2549616" y="1968434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134" name="Textfeld 133">
              <a:extLst>
                <a:ext uri="{FF2B5EF4-FFF2-40B4-BE49-F238E27FC236}">
                  <a16:creationId xmlns:a16="http://schemas.microsoft.com/office/drawing/2014/main" id="{F1A69F98-068F-4F97-ACFD-EF842CCF360E}"/>
                </a:ext>
              </a:extLst>
            </p:cNvPr>
            <p:cNvSpPr txBox="1"/>
            <p:nvPr/>
          </p:nvSpPr>
          <p:spPr>
            <a:xfrm>
              <a:off x="2983216" y="1968434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159" name="Rechteck 158">
              <a:extLst>
                <a:ext uri="{FF2B5EF4-FFF2-40B4-BE49-F238E27FC236}">
                  <a16:creationId xmlns:a16="http://schemas.microsoft.com/office/drawing/2014/main" id="{DD36F86C-CD75-4A18-9F20-465D02015859}"/>
                </a:ext>
              </a:extLst>
            </p:cNvPr>
            <p:cNvSpPr/>
            <p:nvPr/>
          </p:nvSpPr>
          <p:spPr>
            <a:xfrm>
              <a:off x="1168359" y="232994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60" name="Rechteck 159">
              <a:extLst>
                <a:ext uri="{FF2B5EF4-FFF2-40B4-BE49-F238E27FC236}">
                  <a16:creationId xmlns:a16="http://schemas.microsoft.com/office/drawing/2014/main" id="{F608F62B-20D7-4C11-8C32-46E88DEDFA27}"/>
                </a:ext>
              </a:extLst>
            </p:cNvPr>
            <p:cNvSpPr/>
            <p:nvPr/>
          </p:nvSpPr>
          <p:spPr>
            <a:xfrm>
              <a:off x="1598816" y="232994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EK3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61" name="Rechteck 160">
              <a:extLst>
                <a:ext uri="{FF2B5EF4-FFF2-40B4-BE49-F238E27FC236}">
                  <a16:creationId xmlns:a16="http://schemas.microsoft.com/office/drawing/2014/main" id="{97CC38D2-62FE-41F9-B24A-51BEC0B34911}"/>
                </a:ext>
              </a:extLst>
            </p:cNvPr>
            <p:cNvSpPr/>
            <p:nvPr/>
          </p:nvSpPr>
          <p:spPr>
            <a:xfrm>
              <a:off x="2028647" y="232994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EK4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62" name="Rechteck 161">
              <a:extLst>
                <a:ext uri="{FF2B5EF4-FFF2-40B4-BE49-F238E27FC236}">
                  <a16:creationId xmlns:a16="http://schemas.microsoft.com/office/drawing/2014/main" id="{FA2929D5-92B6-423E-AB2E-EFCB0ACBEB6F}"/>
                </a:ext>
              </a:extLst>
            </p:cNvPr>
            <p:cNvSpPr/>
            <p:nvPr/>
          </p:nvSpPr>
          <p:spPr>
            <a:xfrm>
              <a:off x="2459385" y="232994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EK5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63" name="Rechteck 162">
              <a:extLst>
                <a:ext uri="{FF2B5EF4-FFF2-40B4-BE49-F238E27FC236}">
                  <a16:creationId xmlns:a16="http://schemas.microsoft.com/office/drawing/2014/main" id="{24322B7A-FF66-49B6-8774-6718619A5649}"/>
                </a:ext>
              </a:extLst>
            </p:cNvPr>
            <p:cNvSpPr/>
            <p:nvPr/>
          </p:nvSpPr>
          <p:spPr>
            <a:xfrm>
              <a:off x="2889842" y="232994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EK6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67" name="Rechteck 166">
              <a:extLst>
                <a:ext uri="{FF2B5EF4-FFF2-40B4-BE49-F238E27FC236}">
                  <a16:creationId xmlns:a16="http://schemas.microsoft.com/office/drawing/2014/main" id="{BBE79D4C-17EF-498C-BC78-92982D3B649A}"/>
                </a:ext>
              </a:extLst>
            </p:cNvPr>
            <p:cNvSpPr/>
            <p:nvPr/>
          </p:nvSpPr>
          <p:spPr>
            <a:xfrm>
              <a:off x="447026" y="2329937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69" name="Gerader Verbinder 168">
              <a:extLst>
                <a:ext uri="{FF2B5EF4-FFF2-40B4-BE49-F238E27FC236}">
                  <a16:creationId xmlns:a16="http://schemas.microsoft.com/office/drawing/2014/main" id="{BC64F1D9-2082-4B2F-A9F1-EB6DCC192506}"/>
                </a:ext>
              </a:extLst>
            </p:cNvPr>
            <p:cNvCxnSpPr>
              <a:cxnSpLocks/>
            </p:cNvCxnSpPr>
            <p:nvPr/>
          </p:nvCxnSpPr>
          <p:spPr>
            <a:xfrm>
              <a:off x="585748" y="2205289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Gerader Verbinder 169">
              <a:extLst>
                <a:ext uri="{FF2B5EF4-FFF2-40B4-BE49-F238E27FC236}">
                  <a16:creationId xmlns:a16="http://schemas.microsoft.com/office/drawing/2014/main" id="{524449BC-6428-4FB3-988F-3555895F571C}"/>
                </a:ext>
              </a:extLst>
            </p:cNvPr>
            <p:cNvCxnSpPr>
              <a:cxnSpLocks/>
            </p:cNvCxnSpPr>
            <p:nvPr/>
          </p:nvCxnSpPr>
          <p:spPr>
            <a:xfrm>
              <a:off x="952289" y="2202359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Gerader Verbinder 170">
              <a:extLst>
                <a:ext uri="{FF2B5EF4-FFF2-40B4-BE49-F238E27FC236}">
                  <a16:creationId xmlns:a16="http://schemas.microsoft.com/office/drawing/2014/main" id="{F5AF0356-4854-48A8-AD18-7E6E8E01821D}"/>
                </a:ext>
              </a:extLst>
            </p:cNvPr>
            <p:cNvCxnSpPr>
              <a:cxnSpLocks/>
            </p:cNvCxnSpPr>
            <p:nvPr/>
          </p:nvCxnSpPr>
          <p:spPr>
            <a:xfrm>
              <a:off x="1384067" y="2202359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Gerader Verbinder 171">
              <a:extLst>
                <a:ext uri="{FF2B5EF4-FFF2-40B4-BE49-F238E27FC236}">
                  <a16:creationId xmlns:a16="http://schemas.microsoft.com/office/drawing/2014/main" id="{E276C464-A0FD-4286-8676-150AC49D1EA0}"/>
                </a:ext>
              </a:extLst>
            </p:cNvPr>
            <p:cNvCxnSpPr>
              <a:cxnSpLocks/>
            </p:cNvCxnSpPr>
            <p:nvPr/>
          </p:nvCxnSpPr>
          <p:spPr>
            <a:xfrm>
              <a:off x="1814524" y="2202359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Gerader Verbinder 172">
              <a:extLst>
                <a:ext uri="{FF2B5EF4-FFF2-40B4-BE49-F238E27FC236}">
                  <a16:creationId xmlns:a16="http://schemas.microsoft.com/office/drawing/2014/main" id="{50D9D15B-F3EC-437C-924F-C6E055621BAA}"/>
                </a:ext>
              </a:extLst>
            </p:cNvPr>
            <p:cNvCxnSpPr>
              <a:cxnSpLocks/>
            </p:cNvCxnSpPr>
            <p:nvPr/>
          </p:nvCxnSpPr>
          <p:spPr>
            <a:xfrm>
              <a:off x="2246302" y="2202359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Gerader Verbinder 175">
              <a:extLst>
                <a:ext uri="{FF2B5EF4-FFF2-40B4-BE49-F238E27FC236}">
                  <a16:creationId xmlns:a16="http://schemas.microsoft.com/office/drawing/2014/main" id="{9EA79923-B1FA-4EA0-A8E3-107211D265AF}"/>
                </a:ext>
              </a:extLst>
            </p:cNvPr>
            <p:cNvCxnSpPr>
              <a:cxnSpLocks/>
            </p:cNvCxnSpPr>
            <p:nvPr/>
          </p:nvCxnSpPr>
          <p:spPr>
            <a:xfrm>
              <a:off x="2675093" y="2202359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Gerader Verbinder 176">
              <a:extLst>
                <a:ext uri="{FF2B5EF4-FFF2-40B4-BE49-F238E27FC236}">
                  <a16:creationId xmlns:a16="http://schemas.microsoft.com/office/drawing/2014/main" id="{CB650C8A-9B1E-4D47-B1F0-864D2551135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871" y="2202359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Textfeld 178">
              <a:extLst>
                <a:ext uri="{FF2B5EF4-FFF2-40B4-BE49-F238E27FC236}">
                  <a16:creationId xmlns:a16="http://schemas.microsoft.com/office/drawing/2014/main" id="{D5F8E043-2B09-43FC-964A-E44319D71352}"/>
                </a:ext>
              </a:extLst>
            </p:cNvPr>
            <p:cNvSpPr txBox="1"/>
            <p:nvPr/>
          </p:nvSpPr>
          <p:spPr>
            <a:xfrm>
              <a:off x="435501" y="1968434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</p:grpSp>
      <p:grpSp>
        <p:nvGrpSpPr>
          <p:cNvPr id="557" name="Gruppieren 556">
            <a:extLst>
              <a:ext uri="{FF2B5EF4-FFF2-40B4-BE49-F238E27FC236}">
                <a16:creationId xmlns:a16="http://schemas.microsoft.com/office/drawing/2014/main" id="{9E6F7EC1-54C7-4E71-841D-79EDDC0E654C}"/>
              </a:ext>
            </a:extLst>
          </p:cNvPr>
          <p:cNvGrpSpPr/>
          <p:nvPr/>
        </p:nvGrpSpPr>
        <p:grpSpPr>
          <a:xfrm>
            <a:off x="413872" y="1778537"/>
            <a:ext cx="2885758" cy="601738"/>
            <a:chOff x="435501" y="2684928"/>
            <a:chExt cx="2885758" cy="601738"/>
          </a:xfrm>
        </p:grpSpPr>
        <p:sp>
          <p:nvSpPr>
            <p:cNvPr id="228" name="Rechteck 227">
              <a:extLst>
                <a:ext uri="{FF2B5EF4-FFF2-40B4-BE49-F238E27FC236}">
                  <a16:creationId xmlns:a16="http://schemas.microsoft.com/office/drawing/2014/main" id="{7383837B-FCCE-4EF5-8F86-4A506562D119}"/>
                </a:ext>
              </a:extLst>
            </p:cNvPr>
            <p:cNvSpPr/>
            <p:nvPr/>
          </p:nvSpPr>
          <p:spPr>
            <a:xfrm>
              <a:off x="737621" y="3046442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30" name="Textfeld 229">
              <a:extLst>
                <a:ext uri="{FF2B5EF4-FFF2-40B4-BE49-F238E27FC236}">
                  <a16:creationId xmlns:a16="http://schemas.microsoft.com/office/drawing/2014/main" id="{471F2078-AD2C-47C8-9D04-767AA496C91C}"/>
                </a:ext>
              </a:extLst>
            </p:cNvPr>
            <p:cNvSpPr txBox="1"/>
            <p:nvPr/>
          </p:nvSpPr>
          <p:spPr>
            <a:xfrm>
              <a:off x="819740" y="2684928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231" name="Textfeld 230">
              <a:extLst>
                <a:ext uri="{FF2B5EF4-FFF2-40B4-BE49-F238E27FC236}">
                  <a16:creationId xmlns:a16="http://schemas.microsoft.com/office/drawing/2014/main" id="{C4AA9B58-A6F3-455F-B0FE-5068FB0D7D9D}"/>
                </a:ext>
              </a:extLst>
            </p:cNvPr>
            <p:cNvSpPr txBox="1"/>
            <p:nvPr/>
          </p:nvSpPr>
          <p:spPr>
            <a:xfrm>
              <a:off x="1254096" y="2684928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232" name="Textfeld 231">
              <a:extLst>
                <a:ext uri="{FF2B5EF4-FFF2-40B4-BE49-F238E27FC236}">
                  <a16:creationId xmlns:a16="http://schemas.microsoft.com/office/drawing/2014/main" id="{0EA48D9A-8695-4AE5-814A-CEE6273FFF74}"/>
                </a:ext>
              </a:extLst>
            </p:cNvPr>
            <p:cNvSpPr txBox="1"/>
            <p:nvPr/>
          </p:nvSpPr>
          <p:spPr>
            <a:xfrm>
              <a:off x="1684488" y="2684928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233" name="Textfeld 232">
              <a:extLst>
                <a:ext uri="{FF2B5EF4-FFF2-40B4-BE49-F238E27FC236}">
                  <a16:creationId xmlns:a16="http://schemas.microsoft.com/office/drawing/2014/main" id="{69F15E2F-096E-4B61-8B5A-E2EDF72FB6D6}"/>
                </a:ext>
              </a:extLst>
            </p:cNvPr>
            <p:cNvSpPr txBox="1"/>
            <p:nvPr/>
          </p:nvSpPr>
          <p:spPr>
            <a:xfrm>
              <a:off x="2118841" y="2684928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234" name="Textfeld 233">
              <a:extLst>
                <a:ext uri="{FF2B5EF4-FFF2-40B4-BE49-F238E27FC236}">
                  <a16:creationId xmlns:a16="http://schemas.microsoft.com/office/drawing/2014/main" id="{AA0D2A34-20E2-4892-8188-3BA7C5FC0F37}"/>
                </a:ext>
              </a:extLst>
            </p:cNvPr>
            <p:cNvSpPr txBox="1"/>
            <p:nvPr/>
          </p:nvSpPr>
          <p:spPr>
            <a:xfrm>
              <a:off x="2549616" y="2684928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235" name="Textfeld 234">
              <a:extLst>
                <a:ext uri="{FF2B5EF4-FFF2-40B4-BE49-F238E27FC236}">
                  <a16:creationId xmlns:a16="http://schemas.microsoft.com/office/drawing/2014/main" id="{C913E1DB-15E6-4D73-83C8-A08A88736305}"/>
                </a:ext>
              </a:extLst>
            </p:cNvPr>
            <p:cNvSpPr txBox="1"/>
            <p:nvPr/>
          </p:nvSpPr>
          <p:spPr>
            <a:xfrm>
              <a:off x="2983216" y="2684928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236" name="Rechteck 235">
              <a:extLst>
                <a:ext uri="{FF2B5EF4-FFF2-40B4-BE49-F238E27FC236}">
                  <a16:creationId xmlns:a16="http://schemas.microsoft.com/office/drawing/2014/main" id="{CFE1DE47-AF54-4C57-82F3-9ED814F8EDA5}"/>
                </a:ext>
              </a:extLst>
            </p:cNvPr>
            <p:cNvSpPr/>
            <p:nvPr/>
          </p:nvSpPr>
          <p:spPr>
            <a:xfrm>
              <a:off x="1168359" y="3046442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37" name="Rechteck 236">
              <a:extLst>
                <a:ext uri="{FF2B5EF4-FFF2-40B4-BE49-F238E27FC236}">
                  <a16:creationId xmlns:a16="http://schemas.microsoft.com/office/drawing/2014/main" id="{F8292603-DC3C-4CB9-97F9-17A714B380CA}"/>
                </a:ext>
              </a:extLst>
            </p:cNvPr>
            <p:cNvSpPr/>
            <p:nvPr/>
          </p:nvSpPr>
          <p:spPr>
            <a:xfrm>
              <a:off x="1598816" y="3046442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38" name="Rechteck 237">
              <a:extLst>
                <a:ext uri="{FF2B5EF4-FFF2-40B4-BE49-F238E27FC236}">
                  <a16:creationId xmlns:a16="http://schemas.microsoft.com/office/drawing/2014/main" id="{A2132EB1-23B7-4209-95D5-C72620635018}"/>
                </a:ext>
              </a:extLst>
            </p:cNvPr>
            <p:cNvSpPr/>
            <p:nvPr/>
          </p:nvSpPr>
          <p:spPr>
            <a:xfrm>
              <a:off x="2028647" y="3046442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WK2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39" name="Rechteck 238">
              <a:extLst>
                <a:ext uri="{FF2B5EF4-FFF2-40B4-BE49-F238E27FC236}">
                  <a16:creationId xmlns:a16="http://schemas.microsoft.com/office/drawing/2014/main" id="{50D693B3-D298-4188-84A0-B9E7F50315DF}"/>
                </a:ext>
              </a:extLst>
            </p:cNvPr>
            <p:cNvSpPr/>
            <p:nvPr/>
          </p:nvSpPr>
          <p:spPr>
            <a:xfrm>
              <a:off x="2459385" y="3046442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WW3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40" name="Rechteck 239">
              <a:extLst>
                <a:ext uri="{FF2B5EF4-FFF2-40B4-BE49-F238E27FC236}">
                  <a16:creationId xmlns:a16="http://schemas.microsoft.com/office/drawing/2014/main" id="{38FEFE19-F181-43F6-AE84-60D122BF691A}"/>
                </a:ext>
              </a:extLst>
            </p:cNvPr>
            <p:cNvSpPr/>
            <p:nvPr/>
          </p:nvSpPr>
          <p:spPr>
            <a:xfrm>
              <a:off x="2889842" y="3046442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KW3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42" name="Rechteck 241">
              <a:extLst>
                <a:ext uri="{FF2B5EF4-FFF2-40B4-BE49-F238E27FC236}">
                  <a16:creationId xmlns:a16="http://schemas.microsoft.com/office/drawing/2014/main" id="{7A7FF387-587A-4FC8-9274-287338D36A12}"/>
                </a:ext>
              </a:extLst>
            </p:cNvPr>
            <p:cNvSpPr/>
            <p:nvPr/>
          </p:nvSpPr>
          <p:spPr>
            <a:xfrm>
              <a:off x="447026" y="3046431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243" name="Gerader Verbinder 242">
              <a:extLst>
                <a:ext uri="{FF2B5EF4-FFF2-40B4-BE49-F238E27FC236}">
                  <a16:creationId xmlns:a16="http://schemas.microsoft.com/office/drawing/2014/main" id="{D37E027F-E66F-4243-9291-04D8B58CEC20}"/>
                </a:ext>
              </a:extLst>
            </p:cNvPr>
            <p:cNvCxnSpPr>
              <a:cxnSpLocks/>
            </p:cNvCxnSpPr>
            <p:nvPr/>
          </p:nvCxnSpPr>
          <p:spPr>
            <a:xfrm>
              <a:off x="585748" y="2921783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Gerader Verbinder 243">
              <a:extLst>
                <a:ext uri="{FF2B5EF4-FFF2-40B4-BE49-F238E27FC236}">
                  <a16:creationId xmlns:a16="http://schemas.microsoft.com/office/drawing/2014/main" id="{DAF831E1-56DE-4BEB-AEA0-4BBE2320887C}"/>
                </a:ext>
              </a:extLst>
            </p:cNvPr>
            <p:cNvCxnSpPr>
              <a:cxnSpLocks/>
            </p:cNvCxnSpPr>
            <p:nvPr/>
          </p:nvCxnSpPr>
          <p:spPr>
            <a:xfrm>
              <a:off x="952289" y="2918853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Gerader Verbinder 244">
              <a:extLst>
                <a:ext uri="{FF2B5EF4-FFF2-40B4-BE49-F238E27FC236}">
                  <a16:creationId xmlns:a16="http://schemas.microsoft.com/office/drawing/2014/main" id="{8BDA26A9-E06B-4E0C-87A0-DF52EB0E7CF9}"/>
                </a:ext>
              </a:extLst>
            </p:cNvPr>
            <p:cNvCxnSpPr>
              <a:cxnSpLocks/>
            </p:cNvCxnSpPr>
            <p:nvPr/>
          </p:nvCxnSpPr>
          <p:spPr>
            <a:xfrm>
              <a:off x="1384067" y="2918853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Gerader Verbinder 245">
              <a:extLst>
                <a:ext uri="{FF2B5EF4-FFF2-40B4-BE49-F238E27FC236}">
                  <a16:creationId xmlns:a16="http://schemas.microsoft.com/office/drawing/2014/main" id="{7682E654-46B1-44B1-8764-5BD1EEE847D9}"/>
                </a:ext>
              </a:extLst>
            </p:cNvPr>
            <p:cNvCxnSpPr>
              <a:cxnSpLocks/>
            </p:cNvCxnSpPr>
            <p:nvPr/>
          </p:nvCxnSpPr>
          <p:spPr>
            <a:xfrm>
              <a:off x="1814524" y="2918853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Gerader Verbinder 246">
              <a:extLst>
                <a:ext uri="{FF2B5EF4-FFF2-40B4-BE49-F238E27FC236}">
                  <a16:creationId xmlns:a16="http://schemas.microsoft.com/office/drawing/2014/main" id="{5D172AFC-C100-47B8-81F5-E364AFF7BA55}"/>
                </a:ext>
              </a:extLst>
            </p:cNvPr>
            <p:cNvCxnSpPr>
              <a:cxnSpLocks/>
            </p:cNvCxnSpPr>
            <p:nvPr/>
          </p:nvCxnSpPr>
          <p:spPr>
            <a:xfrm>
              <a:off x="2246302" y="2918853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Gerader Verbinder 247">
              <a:extLst>
                <a:ext uri="{FF2B5EF4-FFF2-40B4-BE49-F238E27FC236}">
                  <a16:creationId xmlns:a16="http://schemas.microsoft.com/office/drawing/2014/main" id="{D0324730-1EC5-4433-AD13-BB96E2EF9764}"/>
                </a:ext>
              </a:extLst>
            </p:cNvPr>
            <p:cNvCxnSpPr>
              <a:cxnSpLocks/>
            </p:cNvCxnSpPr>
            <p:nvPr/>
          </p:nvCxnSpPr>
          <p:spPr>
            <a:xfrm>
              <a:off x="2675093" y="2918853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Gerader Verbinder 248">
              <a:extLst>
                <a:ext uri="{FF2B5EF4-FFF2-40B4-BE49-F238E27FC236}">
                  <a16:creationId xmlns:a16="http://schemas.microsoft.com/office/drawing/2014/main" id="{7E318B18-ACBC-486F-A18C-1A4BD2546498}"/>
                </a:ext>
              </a:extLst>
            </p:cNvPr>
            <p:cNvCxnSpPr>
              <a:cxnSpLocks/>
            </p:cNvCxnSpPr>
            <p:nvPr/>
          </p:nvCxnSpPr>
          <p:spPr>
            <a:xfrm>
              <a:off x="3106871" y="2918853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1" name="Textfeld 250">
              <a:extLst>
                <a:ext uri="{FF2B5EF4-FFF2-40B4-BE49-F238E27FC236}">
                  <a16:creationId xmlns:a16="http://schemas.microsoft.com/office/drawing/2014/main" id="{D7B540A3-BEC3-4A27-BB3B-0903F2F086E3}"/>
                </a:ext>
              </a:extLst>
            </p:cNvPr>
            <p:cNvSpPr txBox="1"/>
            <p:nvPr/>
          </p:nvSpPr>
          <p:spPr>
            <a:xfrm>
              <a:off x="435501" y="2684928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</p:grpSp>
      <p:grpSp>
        <p:nvGrpSpPr>
          <p:cNvPr id="565" name="Gruppieren 564">
            <a:extLst>
              <a:ext uri="{FF2B5EF4-FFF2-40B4-BE49-F238E27FC236}">
                <a16:creationId xmlns:a16="http://schemas.microsoft.com/office/drawing/2014/main" id="{F1D272CF-D610-435E-A272-DB19C571ED58}"/>
              </a:ext>
            </a:extLst>
          </p:cNvPr>
          <p:cNvGrpSpPr/>
          <p:nvPr/>
        </p:nvGrpSpPr>
        <p:grpSpPr>
          <a:xfrm>
            <a:off x="401831" y="2571181"/>
            <a:ext cx="2885758" cy="601738"/>
            <a:chOff x="435501" y="3448106"/>
            <a:chExt cx="2885758" cy="601738"/>
          </a:xfrm>
        </p:grpSpPr>
        <p:sp>
          <p:nvSpPr>
            <p:cNvPr id="268" name="Rechteck 267">
              <a:extLst>
                <a:ext uri="{FF2B5EF4-FFF2-40B4-BE49-F238E27FC236}">
                  <a16:creationId xmlns:a16="http://schemas.microsoft.com/office/drawing/2014/main" id="{FF01039C-34A0-412D-8127-A90855E23246}"/>
                </a:ext>
              </a:extLst>
            </p:cNvPr>
            <p:cNvSpPr/>
            <p:nvPr/>
          </p:nvSpPr>
          <p:spPr>
            <a:xfrm>
              <a:off x="737621" y="3809620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70" name="Textfeld 269">
              <a:extLst>
                <a:ext uri="{FF2B5EF4-FFF2-40B4-BE49-F238E27FC236}">
                  <a16:creationId xmlns:a16="http://schemas.microsoft.com/office/drawing/2014/main" id="{0FC575F0-64D6-4E9C-A823-30799C75D295}"/>
                </a:ext>
              </a:extLst>
            </p:cNvPr>
            <p:cNvSpPr txBox="1"/>
            <p:nvPr/>
          </p:nvSpPr>
          <p:spPr>
            <a:xfrm>
              <a:off x="819740" y="3448106"/>
              <a:ext cx="26642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271" name="Textfeld 270">
              <a:extLst>
                <a:ext uri="{FF2B5EF4-FFF2-40B4-BE49-F238E27FC236}">
                  <a16:creationId xmlns:a16="http://schemas.microsoft.com/office/drawing/2014/main" id="{96DBCD63-F2E3-4B79-9B48-AC584412EDD5}"/>
                </a:ext>
              </a:extLst>
            </p:cNvPr>
            <p:cNvSpPr txBox="1"/>
            <p:nvPr/>
          </p:nvSpPr>
          <p:spPr>
            <a:xfrm>
              <a:off x="1254096" y="3448106"/>
              <a:ext cx="26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272" name="Textfeld 271">
              <a:extLst>
                <a:ext uri="{FF2B5EF4-FFF2-40B4-BE49-F238E27FC236}">
                  <a16:creationId xmlns:a16="http://schemas.microsoft.com/office/drawing/2014/main" id="{3E0330CD-7853-4F45-842A-578AAC1DA574}"/>
                </a:ext>
              </a:extLst>
            </p:cNvPr>
            <p:cNvSpPr txBox="1"/>
            <p:nvPr/>
          </p:nvSpPr>
          <p:spPr>
            <a:xfrm>
              <a:off x="1684488" y="3448106"/>
              <a:ext cx="26000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273" name="Textfeld 272">
              <a:extLst>
                <a:ext uri="{FF2B5EF4-FFF2-40B4-BE49-F238E27FC236}">
                  <a16:creationId xmlns:a16="http://schemas.microsoft.com/office/drawing/2014/main" id="{26C9FC64-4031-4BA0-B6FE-FE337D558B84}"/>
                </a:ext>
              </a:extLst>
            </p:cNvPr>
            <p:cNvSpPr txBox="1"/>
            <p:nvPr/>
          </p:nvSpPr>
          <p:spPr>
            <a:xfrm>
              <a:off x="2118841" y="3448106"/>
              <a:ext cx="2712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274" name="Textfeld 273">
              <a:extLst>
                <a:ext uri="{FF2B5EF4-FFF2-40B4-BE49-F238E27FC236}">
                  <a16:creationId xmlns:a16="http://schemas.microsoft.com/office/drawing/2014/main" id="{0790082B-F3C4-4CE5-ACD2-0A35AC0B3FA0}"/>
                </a:ext>
              </a:extLst>
            </p:cNvPr>
            <p:cNvSpPr txBox="1"/>
            <p:nvPr/>
          </p:nvSpPr>
          <p:spPr>
            <a:xfrm>
              <a:off x="2549616" y="3448106"/>
              <a:ext cx="2535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275" name="Textfeld 274">
              <a:extLst>
                <a:ext uri="{FF2B5EF4-FFF2-40B4-BE49-F238E27FC236}">
                  <a16:creationId xmlns:a16="http://schemas.microsoft.com/office/drawing/2014/main" id="{EE012DB8-2DF8-4F1E-9B1E-423240404FA6}"/>
                </a:ext>
              </a:extLst>
            </p:cNvPr>
            <p:cNvSpPr txBox="1"/>
            <p:nvPr/>
          </p:nvSpPr>
          <p:spPr>
            <a:xfrm>
              <a:off x="2983216" y="3448106"/>
              <a:ext cx="2487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276" name="Rechteck 275">
              <a:extLst>
                <a:ext uri="{FF2B5EF4-FFF2-40B4-BE49-F238E27FC236}">
                  <a16:creationId xmlns:a16="http://schemas.microsoft.com/office/drawing/2014/main" id="{1FB51560-91A8-48E8-B6B5-DA8A54B358B3}"/>
                </a:ext>
              </a:extLst>
            </p:cNvPr>
            <p:cNvSpPr/>
            <p:nvPr/>
          </p:nvSpPr>
          <p:spPr>
            <a:xfrm>
              <a:off x="1168359" y="3809620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77" name="Rechteck 276">
              <a:extLst>
                <a:ext uri="{FF2B5EF4-FFF2-40B4-BE49-F238E27FC236}">
                  <a16:creationId xmlns:a16="http://schemas.microsoft.com/office/drawing/2014/main" id="{2ED64248-D47A-454D-B176-D993D68A952C}"/>
                </a:ext>
              </a:extLst>
            </p:cNvPr>
            <p:cNvSpPr/>
            <p:nvPr/>
          </p:nvSpPr>
          <p:spPr>
            <a:xfrm>
              <a:off x="1598816" y="3809620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78" name="Rechteck 277">
              <a:extLst>
                <a:ext uri="{FF2B5EF4-FFF2-40B4-BE49-F238E27FC236}">
                  <a16:creationId xmlns:a16="http://schemas.microsoft.com/office/drawing/2014/main" id="{31BA6965-FD96-4809-9BA8-15B1B618254A}"/>
                </a:ext>
              </a:extLst>
            </p:cNvPr>
            <p:cNvSpPr/>
            <p:nvPr/>
          </p:nvSpPr>
          <p:spPr>
            <a:xfrm>
              <a:off x="2028647" y="3809620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WK2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79" name="Rechteck 278">
              <a:extLst>
                <a:ext uri="{FF2B5EF4-FFF2-40B4-BE49-F238E27FC236}">
                  <a16:creationId xmlns:a16="http://schemas.microsoft.com/office/drawing/2014/main" id="{93E34AA6-6E31-446E-A975-E7069A6C4657}"/>
                </a:ext>
              </a:extLst>
            </p:cNvPr>
            <p:cNvSpPr/>
            <p:nvPr/>
          </p:nvSpPr>
          <p:spPr>
            <a:xfrm>
              <a:off x="2459385" y="3809620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80" name="Rechteck 279">
              <a:extLst>
                <a:ext uri="{FF2B5EF4-FFF2-40B4-BE49-F238E27FC236}">
                  <a16:creationId xmlns:a16="http://schemas.microsoft.com/office/drawing/2014/main" id="{1F126861-8419-4582-9557-21C5F33D08BD}"/>
                </a:ext>
              </a:extLst>
            </p:cNvPr>
            <p:cNvSpPr/>
            <p:nvPr/>
          </p:nvSpPr>
          <p:spPr>
            <a:xfrm>
              <a:off x="2889842" y="3809620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82" name="Rechteck 281">
              <a:extLst>
                <a:ext uri="{FF2B5EF4-FFF2-40B4-BE49-F238E27FC236}">
                  <a16:creationId xmlns:a16="http://schemas.microsoft.com/office/drawing/2014/main" id="{BD7672A0-05CF-4A84-8DFC-1CDEF253A2FE}"/>
                </a:ext>
              </a:extLst>
            </p:cNvPr>
            <p:cNvSpPr/>
            <p:nvPr/>
          </p:nvSpPr>
          <p:spPr>
            <a:xfrm>
              <a:off x="447026" y="3809609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283" name="Gerader Verbinder 282">
              <a:extLst>
                <a:ext uri="{FF2B5EF4-FFF2-40B4-BE49-F238E27FC236}">
                  <a16:creationId xmlns:a16="http://schemas.microsoft.com/office/drawing/2014/main" id="{748D3A80-D1EE-4BEC-A8E2-CE60D6337C6D}"/>
                </a:ext>
              </a:extLst>
            </p:cNvPr>
            <p:cNvCxnSpPr>
              <a:cxnSpLocks/>
            </p:cNvCxnSpPr>
            <p:nvPr/>
          </p:nvCxnSpPr>
          <p:spPr>
            <a:xfrm>
              <a:off x="585748" y="3684961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Gerader Verbinder 283">
              <a:extLst>
                <a:ext uri="{FF2B5EF4-FFF2-40B4-BE49-F238E27FC236}">
                  <a16:creationId xmlns:a16="http://schemas.microsoft.com/office/drawing/2014/main" id="{AA239015-29D3-40C3-A3C6-18CEE1DC6A87}"/>
                </a:ext>
              </a:extLst>
            </p:cNvPr>
            <p:cNvCxnSpPr>
              <a:cxnSpLocks/>
            </p:cNvCxnSpPr>
            <p:nvPr/>
          </p:nvCxnSpPr>
          <p:spPr>
            <a:xfrm>
              <a:off x="952289" y="3682031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Gerader Verbinder 284">
              <a:extLst>
                <a:ext uri="{FF2B5EF4-FFF2-40B4-BE49-F238E27FC236}">
                  <a16:creationId xmlns:a16="http://schemas.microsoft.com/office/drawing/2014/main" id="{4E8FC7A6-4C92-40B7-BE80-C8BAA5C28936}"/>
                </a:ext>
              </a:extLst>
            </p:cNvPr>
            <p:cNvCxnSpPr>
              <a:cxnSpLocks/>
            </p:cNvCxnSpPr>
            <p:nvPr/>
          </p:nvCxnSpPr>
          <p:spPr>
            <a:xfrm>
              <a:off x="1384067" y="3682031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Gerader Verbinder 285">
              <a:extLst>
                <a:ext uri="{FF2B5EF4-FFF2-40B4-BE49-F238E27FC236}">
                  <a16:creationId xmlns:a16="http://schemas.microsoft.com/office/drawing/2014/main" id="{C2A50B4B-182B-4A37-A5DF-5C540EBB479D}"/>
                </a:ext>
              </a:extLst>
            </p:cNvPr>
            <p:cNvCxnSpPr>
              <a:cxnSpLocks/>
            </p:cNvCxnSpPr>
            <p:nvPr/>
          </p:nvCxnSpPr>
          <p:spPr>
            <a:xfrm>
              <a:off x="1814524" y="3682031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Gerader Verbinder 286">
              <a:extLst>
                <a:ext uri="{FF2B5EF4-FFF2-40B4-BE49-F238E27FC236}">
                  <a16:creationId xmlns:a16="http://schemas.microsoft.com/office/drawing/2014/main" id="{9AD92296-BA32-4504-919D-2FB8469BE478}"/>
                </a:ext>
              </a:extLst>
            </p:cNvPr>
            <p:cNvCxnSpPr>
              <a:cxnSpLocks/>
            </p:cNvCxnSpPr>
            <p:nvPr/>
          </p:nvCxnSpPr>
          <p:spPr>
            <a:xfrm>
              <a:off x="2246302" y="3682031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Gerader Verbinder 287">
              <a:extLst>
                <a:ext uri="{FF2B5EF4-FFF2-40B4-BE49-F238E27FC236}">
                  <a16:creationId xmlns:a16="http://schemas.microsoft.com/office/drawing/2014/main" id="{66C51B4F-4A0F-4B82-8946-226457879503}"/>
                </a:ext>
              </a:extLst>
            </p:cNvPr>
            <p:cNvCxnSpPr>
              <a:cxnSpLocks/>
            </p:cNvCxnSpPr>
            <p:nvPr/>
          </p:nvCxnSpPr>
          <p:spPr>
            <a:xfrm>
              <a:off x="2675093" y="3682031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Gerader Verbinder 288">
              <a:extLst>
                <a:ext uri="{FF2B5EF4-FFF2-40B4-BE49-F238E27FC236}">
                  <a16:creationId xmlns:a16="http://schemas.microsoft.com/office/drawing/2014/main" id="{5F8AA306-ED5F-4A04-8DD9-85F38F6FF7B3}"/>
                </a:ext>
              </a:extLst>
            </p:cNvPr>
            <p:cNvCxnSpPr>
              <a:cxnSpLocks/>
            </p:cNvCxnSpPr>
            <p:nvPr/>
          </p:nvCxnSpPr>
          <p:spPr>
            <a:xfrm>
              <a:off x="3106871" y="3682031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1" name="Textfeld 290">
              <a:extLst>
                <a:ext uri="{FF2B5EF4-FFF2-40B4-BE49-F238E27FC236}">
                  <a16:creationId xmlns:a16="http://schemas.microsoft.com/office/drawing/2014/main" id="{8389C3AD-5424-463F-AAC5-F6F1BA4CACC7}"/>
                </a:ext>
              </a:extLst>
            </p:cNvPr>
            <p:cNvSpPr txBox="1"/>
            <p:nvPr/>
          </p:nvSpPr>
          <p:spPr>
            <a:xfrm>
              <a:off x="435501" y="3448106"/>
              <a:ext cx="3353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</p:grpSp>
      <p:grpSp>
        <p:nvGrpSpPr>
          <p:cNvPr id="566" name="Gruppieren 565">
            <a:extLst>
              <a:ext uri="{FF2B5EF4-FFF2-40B4-BE49-F238E27FC236}">
                <a16:creationId xmlns:a16="http://schemas.microsoft.com/office/drawing/2014/main" id="{4564072A-F6FB-4B11-BE03-164D53AA5596}"/>
              </a:ext>
            </a:extLst>
          </p:cNvPr>
          <p:cNvGrpSpPr/>
          <p:nvPr/>
        </p:nvGrpSpPr>
        <p:grpSpPr>
          <a:xfrm>
            <a:off x="416806" y="3193217"/>
            <a:ext cx="2885758" cy="601738"/>
            <a:chOff x="435501" y="4280690"/>
            <a:chExt cx="2885758" cy="601738"/>
          </a:xfrm>
        </p:grpSpPr>
        <p:sp>
          <p:nvSpPr>
            <p:cNvPr id="292" name="Rechteck 291">
              <a:extLst>
                <a:ext uri="{FF2B5EF4-FFF2-40B4-BE49-F238E27FC236}">
                  <a16:creationId xmlns:a16="http://schemas.microsoft.com/office/drawing/2014/main" id="{D0347443-B206-46A6-B4D3-4E355E5A49DA}"/>
                </a:ext>
              </a:extLst>
            </p:cNvPr>
            <p:cNvSpPr/>
            <p:nvPr/>
          </p:nvSpPr>
          <p:spPr>
            <a:xfrm>
              <a:off x="737621" y="4642204"/>
              <a:ext cx="431417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94" name="Textfeld 293">
              <a:extLst>
                <a:ext uri="{FF2B5EF4-FFF2-40B4-BE49-F238E27FC236}">
                  <a16:creationId xmlns:a16="http://schemas.microsoft.com/office/drawing/2014/main" id="{656BF36D-A0DB-4208-A10C-D4C626D96AC7}"/>
                </a:ext>
              </a:extLst>
            </p:cNvPr>
            <p:cNvSpPr txBox="1"/>
            <p:nvPr/>
          </p:nvSpPr>
          <p:spPr>
            <a:xfrm>
              <a:off x="819740" y="4280690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295" name="Textfeld 294">
              <a:extLst>
                <a:ext uri="{FF2B5EF4-FFF2-40B4-BE49-F238E27FC236}">
                  <a16:creationId xmlns:a16="http://schemas.microsoft.com/office/drawing/2014/main" id="{3FE73C93-CF7D-4F9B-AA6A-5A790A7F1E4F}"/>
                </a:ext>
              </a:extLst>
            </p:cNvPr>
            <p:cNvSpPr txBox="1"/>
            <p:nvPr/>
          </p:nvSpPr>
          <p:spPr>
            <a:xfrm>
              <a:off x="1254096" y="4280690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296" name="Textfeld 295">
              <a:extLst>
                <a:ext uri="{FF2B5EF4-FFF2-40B4-BE49-F238E27FC236}">
                  <a16:creationId xmlns:a16="http://schemas.microsoft.com/office/drawing/2014/main" id="{7260BF16-1A67-447D-90CA-6610AD2BA489}"/>
                </a:ext>
              </a:extLst>
            </p:cNvPr>
            <p:cNvSpPr txBox="1"/>
            <p:nvPr/>
          </p:nvSpPr>
          <p:spPr>
            <a:xfrm>
              <a:off x="1684488" y="4280690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297" name="Textfeld 296">
              <a:extLst>
                <a:ext uri="{FF2B5EF4-FFF2-40B4-BE49-F238E27FC236}">
                  <a16:creationId xmlns:a16="http://schemas.microsoft.com/office/drawing/2014/main" id="{EAB4B39C-B990-4F9E-BDEF-2E9EBA935EFE}"/>
                </a:ext>
              </a:extLst>
            </p:cNvPr>
            <p:cNvSpPr txBox="1"/>
            <p:nvPr/>
          </p:nvSpPr>
          <p:spPr>
            <a:xfrm>
              <a:off x="2118841" y="4280690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298" name="Textfeld 297">
              <a:extLst>
                <a:ext uri="{FF2B5EF4-FFF2-40B4-BE49-F238E27FC236}">
                  <a16:creationId xmlns:a16="http://schemas.microsoft.com/office/drawing/2014/main" id="{EF6E7184-2CCD-4D2B-B27F-531E2306C112}"/>
                </a:ext>
              </a:extLst>
            </p:cNvPr>
            <p:cNvSpPr txBox="1"/>
            <p:nvPr/>
          </p:nvSpPr>
          <p:spPr>
            <a:xfrm>
              <a:off x="2549616" y="4280690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299" name="Textfeld 298">
              <a:extLst>
                <a:ext uri="{FF2B5EF4-FFF2-40B4-BE49-F238E27FC236}">
                  <a16:creationId xmlns:a16="http://schemas.microsoft.com/office/drawing/2014/main" id="{C194A555-33DF-48C3-8780-6B0B82ABDF0C}"/>
                </a:ext>
              </a:extLst>
            </p:cNvPr>
            <p:cNvSpPr txBox="1"/>
            <p:nvPr/>
          </p:nvSpPr>
          <p:spPr>
            <a:xfrm>
              <a:off x="2983216" y="4280690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300" name="Rechteck 299">
              <a:extLst>
                <a:ext uri="{FF2B5EF4-FFF2-40B4-BE49-F238E27FC236}">
                  <a16:creationId xmlns:a16="http://schemas.microsoft.com/office/drawing/2014/main" id="{BED5868D-ECE9-4773-A281-5C3FBEDA7FBE}"/>
                </a:ext>
              </a:extLst>
            </p:cNvPr>
            <p:cNvSpPr/>
            <p:nvPr/>
          </p:nvSpPr>
          <p:spPr>
            <a:xfrm>
              <a:off x="1168359" y="4642204"/>
              <a:ext cx="431417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01" name="Rechteck 300">
              <a:extLst>
                <a:ext uri="{FF2B5EF4-FFF2-40B4-BE49-F238E27FC236}">
                  <a16:creationId xmlns:a16="http://schemas.microsoft.com/office/drawing/2014/main" id="{48F11C7A-F195-4E4D-A968-ECDDFC26E44E}"/>
                </a:ext>
              </a:extLst>
            </p:cNvPr>
            <p:cNvSpPr/>
            <p:nvPr/>
          </p:nvSpPr>
          <p:spPr>
            <a:xfrm>
              <a:off x="1598816" y="4642204"/>
              <a:ext cx="431417" cy="2402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02" name="Rechteck 301">
              <a:extLst>
                <a:ext uri="{FF2B5EF4-FFF2-40B4-BE49-F238E27FC236}">
                  <a16:creationId xmlns:a16="http://schemas.microsoft.com/office/drawing/2014/main" id="{5FC58244-9A90-4A36-B014-C73F57A5A127}"/>
                </a:ext>
              </a:extLst>
            </p:cNvPr>
            <p:cNvSpPr/>
            <p:nvPr/>
          </p:nvSpPr>
          <p:spPr>
            <a:xfrm>
              <a:off x="2028647" y="4642204"/>
              <a:ext cx="431417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03" name="Rechteck 302">
              <a:extLst>
                <a:ext uri="{FF2B5EF4-FFF2-40B4-BE49-F238E27FC236}">
                  <a16:creationId xmlns:a16="http://schemas.microsoft.com/office/drawing/2014/main" id="{019D4815-5209-4244-A7C4-0B0E75484A9B}"/>
                </a:ext>
              </a:extLst>
            </p:cNvPr>
            <p:cNvSpPr/>
            <p:nvPr/>
          </p:nvSpPr>
          <p:spPr>
            <a:xfrm>
              <a:off x="2459385" y="4642204"/>
              <a:ext cx="431417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04" name="Rechteck 303">
              <a:extLst>
                <a:ext uri="{FF2B5EF4-FFF2-40B4-BE49-F238E27FC236}">
                  <a16:creationId xmlns:a16="http://schemas.microsoft.com/office/drawing/2014/main" id="{05AFD23E-381B-4EBE-9935-9D3F7CC2E904}"/>
                </a:ext>
              </a:extLst>
            </p:cNvPr>
            <p:cNvSpPr/>
            <p:nvPr/>
          </p:nvSpPr>
          <p:spPr>
            <a:xfrm>
              <a:off x="2889842" y="4642204"/>
              <a:ext cx="431417" cy="2402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06" name="Rechteck 305">
              <a:extLst>
                <a:ext uri="{FF2B5EF4-FFF2-40B4-BE49-F238E27FC236}">
                  <a16:creationId xmlns:a16="http://schemas.microsoft.com/office/drawing/2014/main" id="{FD9F20F8-3397-40DF-8365-DC7E42696386}"/>
                </a:ext>
              </a:extLst>
            </p:cNvPr>
            <p:cNvSpPr/>
            <p:nvPr/>
          </p:nvSpPr>
          <p:spPr>
            <a:xfrm>
              <a:off x="447026" y="4642193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307" name="Gerader Verbinder 306">
              <a:extLst>
                <a:ext uri="{FF2B5EF4-FFF2-40B4-BE49-F238E27FC236}">
                  <a16:creationId xmlns:a16="http://schemas.microsoft.com/office/drawing/2014/main" id="{EA7857A6-F6E4-45CA-9560-E77E80818686}"/>
                </a:ext>
              </a:extLst>
            </p:cNvPr>
            <p:cNvCxnSpPr>
              <a:cxnSpLocks/>
            </p:cNvCxnSpPr>
            <p:nvPr/>
          </p:nvCxnSpPr>
          <p:spPr>
            <a:xfrm>
              <a:off x="585748" y="4517545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Gerader Verbinder 307">
              <a:extLst>
                <a:ext uri="{FF2B5EF4-FFF2-40B4-BE49-F238E27FC236}">
                  <a16:creationId xmlns:a16="http://schemas.microsoft.com/office/drawing/2014/main" id="{FC89582D-81B3-4ABC-A753-935CF8F9645E}"/>
                </a:ext>
              </a:extLst>
            </p:cNvPr>
            <p:cNvCxnSpPr>
              <a:cxnSpLocks/>
            </p:cNvCxnSpPr>
            <p:nvPr/>
          </p:nvCxnSpPr>
          <p:spPr>
            <a:xfrm>
              <a:off x="952289" y="4514615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Gerader Verbinder 308">
              <a:extLst>
                <a:ext uri="{FF2B5EF4-FFF2-40B4-BE49-F238E27FC236}">
                  <a16:creationId xmlns:a16="http://schemas.microsoft.com/office/drawing/2014/main" id="{1806C37E-2E03-49E1-86C0-1F09EB4820A1}"/>
                </a:ext>
              </a:extLst>
            </p:cNvPr>
            <p:cNvCxnSpPr>
              <a:cxnSpLocks/>
            </p:cNvCxnSpPr>
            <p:nvPr/>
          </p:nvCxnSpPr>
          <p:spPr>
            <a:xfrm>
              <a:off x="1384067" y="4514615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Gerader Verbinder 309">
              <a:extLst>
                <a:ext uri="{FF2B5EF4-FFF2-40B4-BE49-F238E27FC236}">
                  <a16:creationId xmlns:a16="http://schemas.microsoft.com/office/drawing/2014/main" id="{90255604-00FD-44C6-90B4-CABCB1E2772B}"/>
                </a:ext>
              </a:extLst>
            </p:cNvPr>
            <p:cNvCxnSpPr>
              <a:cxnSpLocks/>
            </p:cNvCxnSpPr>
            <p:nvPr/>
          </p:nvCxnSpPr>
          <p:spPr>
            <a:xfrm>
              <a:off x="1814524" y="4514615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Gerader Verbinder 310">
              <a:extLst>
                <a:ext uri="{FF2B5EF4-FFF2-40B4-BE49-F238E27FC236}">
                  <a16:creationId xmlns:a16="http://schemas.microsoft.com/office/drawing/2014/main" id="{5EC7F145-E69E-4A39-B1A7-558142D61808}"/>
                </a:ext>
              </a:extLst>
            </p:cNvPr>
            <p:cNvCxnSpPr>
              <a:cxnSpLocks/>
            </p:cNvCxnSpPr>
            <p:nvPr/>
          </p:nvCxnSpPr>
          <p:spPr>
            <a:xfrm>
              <a:off x="2246302" y="4514615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Gerader Verbinder 311">
              <a:extLst>
                <a:ext uri="{FF2B5EF4-FFF2-40B4-BE49-F238E27FC236}">
                  <a16:creationId xmlns:a16="http://schemas.microsoft.com/office/drawing/2014/main" id="{E6207FD3-AFAE-4C94-86F4-792DE4903FFB}"/>
                </a:ext>
              </a:extLst>
            </p:cNvPr>
            <p:cNvCxnSpPr>
              <a:cxnSpLocks/>
            </p:cNvCxnSpPr>
            <p:nvPr/>
          </p:nvCxnSpPr>
          <p:spPr>
            <a:xfrm>
              <a:off x="2675093" y="4514615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Gerader Verbinder 312">
              <a:extLst>
                <a:ext uri="{FF2B5EF4-FFF2-40B4-BE49-F238E27FC236}">
                  <a16:creationId xmlns:a16="http://schemas.microsoft.com/office/drawing/2014/main" id="{CEC4DACC-F2AC-4F2A-A3B8-B9D301BA429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871" y="4514615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5" name="Textfeld 314">
              <a:extLst>
                <a:ext uri="{FF2B5EF4-FFF2-40B4-BE49-F238E27FC236}">
                  <a16:creationId xmlns:a16="http://schemas.microsoft.com/office/drawing/2014/main" id="{E8537B5D-8BA1-4010-976A-DEDFE2D288B3}"/>
                </a:ext>
              </a:extLst>
            </p:cNvPr>
            <p:cNvSpPr txBox="1"/>
            <p:nvPr/>
          </p:nvSpPr>
          <p:spPr>
            <a:xfrm>
              <a:off x="435501" y="4280690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</p:grpSp>
      <p:grpSp>
        <p:nvGrpSpPr>
          <p:cNvPr id="567" name="Gruppieren 566">
            <a:extLst>
              <a:ext uri="{FF2B5EF4-FFF2-40B4-BE49-F238E27FC236}">
                <a16:creationId xmlns:a16="http://schemas.microsoft.com/office/drawing/2014/main" id="{69872D4A-BA22-4800-87AD-35CD0C5B0CD6}"/>
              </a:ext>
            </a:extLst>
          </p:cNvPr>
          <p:cNvGrpSpPr/>
          <p:nvPr/>
        </p:nvGrpSpPr>
        <p:grpSpPr>
          <a:xfrm>
            <a:off x="419630" y="3832877"/>
            <a:ext cx="2885758" cy="601738"/>
            <a:chOff x="437447" y="5053957"/>
            <a:chExt cx="2885758" cy="601738"/>
          </a:xfrm>
        </p:grpSpPr>
        <p:sp>
          <p:nvSpPr>
            <p:cNvPr id="316" name="Rechteck 315">
              <a:extLst>
                <a:ext uri="{FF2B5EF4-FFF2-40B4-BE49-F238E27FC236}">
                  <a16:creationId xmlns:a16="http://schemas.microsoft.com/office/drawing/2014/main" id="{4EF0064B-5EC3-411D-AACA-477EB07F302D}"/>
                </a:ext>
              </a:extLst>
            </p:cNvPr>
            <p:cNvSpPr/>
            <p:nvPr/>
          </p:nvSpPr>
          <p:spPr>
            <a:xfrm>
              <a:off x="739567" y="5415471"/>
              <a:ext cx="431417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18" name="Textfeld 317">
              <a:extLst>
                <a:ext uri="{FF2B5EF4-FFF2-40B4-BE49-F238E27FC236}">
                  <a16:creationId xmlns:a16="http://schemas.microsoft.com/office/drawing/2014/main" id="{2B891698-1449-4411-9E6B-0E0279E784F7}"/>
                </a:ext>
              </a:extLst>
            </p:cNvPr>
            <p:cNvSpPr txBox="1"/>
            <p:nvPr/>
          </p:nvSpPr>
          <p:spPr>
            <a:xfrm>
              <a:off x="821686" y="5053957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319" name="Textfeld 318">
              <a:extLst>
                <a:ext uri="{FF2B5EF4-FFF2-40B4-BE49-F238E27FC236}">
                  <a16:creationId xmlns:a16="http://schemas.microsoft.com/office/drawing/2014/main" id="{3F8FCD08-2150-491E-8947-64FB01DB6232}"/>
                </a:ext>
              </a:extLst>
            </p:cNvPr>
            <p:cNvSpPr txBox="1"/>
            <p:nvPr/>
          </p:nvSpPr>
          <p:spPr>
            <a:xfrm>
              <a:off x="1256042" y="5053957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320" name="Textfeld 319">
              <a:extLst>
                <a:ext uri="{FF2B5EF4-FFF2-40B4-BE49-F238E27FC236}">
                  <a16:creationId xmlns:a16="http://schemas.microsoft.com/office/drawing/2014/main" id="{3833BF3F-4581-4418-8106-5492D442486C}"/>
                </a:ext>
              </a:extLst>
            </p:cNvPr>
            <p:cNvSpPr txBox="1"/>
            <p:nvPr/>
          </p:nvSpPr>
          <p:spPr>
            <a:xfrm>
              <a:off x="1686434" y="5053957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321" name="Textfeld 320">
              <a:extLst>
                <a:ext uri="{FF2B5EF4-FFF2-40B4-BE49-F238E27FC236}">
                  <a16:creationId xmlns:a16="http://schemas.microsoft.com/office/drawing/2014/main" id="{78EB816C-AFD8-4340-8B52-1C6DF16FBD8B}"/>
                </a:ext>
              </a:extLst>
            </p:cNvPr>
            <p:cNvSpPr txBox="1"/>
            <p:nvPr/>
          </p:nvSpPr>
          <p:spPr>
            <a:xfrm>
              <a:off x="2120787" y="5053957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322" name="Textfeld 321">
              <a:extLst>
                <a:ext uri="{FF2B5EF4-FFF2-40B4-BE49-F238E27FC236}">
                  <a16:creationId xmlns:a16="http://schemas.microsoft.com/office/drawing/2014/main" id="{775AD91E-FB35-43BB-AD94-D1E5253927CF}"/>
                </a:ext>
              </a:extLst>
            </p:cNvPr>
            <p:cNvSpPr txBox="1"/>
            <p:nvPr/>
          </p:nvSpPr>
          <p:spPr>
            <a:xfrm>
              <a:off x="2551562" y="5053957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323" name="Textfeld 322">
              <a:extLst>
                <a:ext uri="{FF2B5EF4-FFF2-40B4-BE49-F238E27FC236}">
                  <a16:creationId xmlns:a16="http://schemas.microsoft.com/office/drawing/2014/main" id="{7B9B8A40-1ACE-4FD0-9E80-0890F8201953}"/>
                </a:ext>
              </a:extLst>
            </p:cNvPr>
            <p:cNvSpPr txBox="1"/>
            <p:nvPr/>
          </p:nvSpPr>
          <p:spPr>
            <a:xfrm>
              <a:off x="2985162" y="5053957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324" name="Rechteck 323">
              <a:extLst>
                <a:ext uri="{FF2B5EF4-FFF2-40B4-BE49-F238E27FC236}">
                  <a16:creationId xmlns:a16="http://schemas.microsoft.com/office/drawing/2014/main" id="{D6DF232E-17CA-4A1F-BD20-C7B2FEDC81EF}"/>
                </a:ext>
              </a:extLst>
            </p:cNvPr>
            <p:cNvSpPr/>
            <p:nvPr/>
          </p:nvSpPr>
          <p:spPr>
            <a:xfrm>
              <a:off x="1170305" y="5415471"/>
              <a:ext cx="431417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25" name="Rechteck 324">
              <a:extLst>
                <a:ext uri="{FF2B5EF4-FFF2-40B4-BE49-F238E27FC236}">
                  <a16:creationId xmlns:a16="http://schemas.microsoft.com/office/drawing/2014/main" id="{1340468E-E43C-4AA0-B967-B668CD34C500}"/>
                </a:ext>
              </a:extLst>
            </p:cNvPr>
            <p:cNvSpPr/>
            <p:nvPr/>
          </p:nvSpPr>
          <p:spPr>
            <a:xfrm>
              <a:off x="1600762" y="5415471"/>
              <a:ext cx="431417" cy="2402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26" name="Rechteck 325">
              <a:extLst>
                <a:ext uri="{FF2B5EF4-FFF2-40B4-BE49-F238E27FC236}">
                  <a16:creationId xmlns:a16="http://schemas.microsoft.com/office/drawing/2014/main" id="{A88AC661-FF81-4A9D-908D-8F60FC9A7887}"/>
                </a:ext>
              </a:extLst>
            </p:cNvPr>
            <p:cNvSpPr/>
            <p:nvPr/>
          </p:nvSpPr>
          <p:spPr>
            <a:xfrm>
              <a:off x="2030593" y="5415471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27" name="Rechteck 326">
              <a:extLst>
                <a:ext uri="{FF2B5EF4-FFF2-40B4-BE49-F238E27FC236}">
                  <a16:creationId xmlns:a16="http://schemas.microsoft.com/office/drawing/2014/main" id="{ACB292E5-E2FE-4D19-8275-DCF2279616B3}"/>
                </a:ext>
              </a:extLst>
            </p:cNvPr>
            <p:cNvSpPr/>
            <p:nvPr/>
          </p:nvSpPr>
          <p:spPr>
            <a:xfrm>
              <a:off x="2461331" y="5415471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28" name="Rechteck 327">
              <a:extLst>
                <a:ext uri="{FF2B5EF4-FFF2-40B4-BE49-F238E27FC236}">
                  <a16:creationId xmlns:a16="http://schemas.microsoft.com/office/drawing/2014/main" id="{D94FA06D-8EF4-435D-A1E9-A27128A4F2EE}"/>
                </a:ext>
              </a:extLst>
            </p:cNvPr>
            <p:cNvSpPr/>
            <p:nvPr/>
          </p:nvSpPr>
          <p:spPr>
            <a:xfrm>
              <a:off x="2891788" y="5415471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30" name="Rechteck 329">
              <a:extLst>
                <a:ext uri="{FF2B5EF4-FFF2-40B4-BE49-F238E27FC236}">
                  <a16:creationId xmlns:a16="http://schemas.microsoft.com/office/drawing/2014/main" id="{C85D10BB-DA35-4A3E-A1D3-E12A53826892}"/>
                </a:ext>
              </a:extLst>
            </p:cNvPr>
            <p:cNvSpPr/>
            <p:nvPr/>
          </p:nvSpPr>
          <p:spPr>
            <a:xfrm>
              <a:off x="448972" y="5415460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331" name="Gerader Verbinder 330">
              <a:extLst>
                <a:ext uri="{FF2B5EF4-FFF2-40B4-BE49-F238E27FC236}">
                  <a16:creationId xmlns:a16="http://schemas.microsoft.com/office/drawing/2014/main" id="{7E54F944-8185-48C5-8CE6-4D3C8C214B2C}"/>
                </a:ext>
              </a:extLst>
            </p:cNvPr>
            <p:cNvCxnSpPr>
              <a:cxnSpLocks/>
            </p:cNvCxnSpPr>
            <p:nvPr/>
          </p:nvCxnSpPr>
          <p:spPr>
            <a:xfrm>
              <a:off x="587694" y="5290812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Gerader Verbinder 331">
              <a:extLst>
                <a:ext uri="{FF2B5EF4-FFF2-40B4-BE49-F238E27FC236}">
                  <a16:creationId xmlns:a16="http://schemas.microsoft.com/office/drawing/2014/main" id="{4FA370C2-1398-4041-9C1D-EED34046228B}"/>
                </a:ext>
              </a:extLst>
            </p:cNvPr>
            <p:cNvCxnSpPr>
              <a:cxnSpLocks/>
            </p:cNvCxnSpPr>
            <p:nvPr/>
          </p:nvCxnSpPr>
          <p:spPr>
            <a:xfrm>
              <a:off x="954235" y="5287882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Gerader Verbinder 332">
              <a:extLst>
                <a:ext uri="{FF2B5EF4-FFF2-40B4-BE49-F238E27FC236}">
                  <a16:creationId xmlns:a16="http://schemas.microsoft.com/office/drawing/2014/main" id="{5724E078-E136-491C-809F-DD8E93080801}"/>
                </a:ext>
              </a:extLst>
            </p:cNvPr>
            <p:cNvCxnSpPr>
              <a:cxnSpLocks/>
            </p:cNvCxnSpPr>
            <p:nvPr/>
          </p:nvCxnSpPr>
          <p:spPr>
            <a:xfrm>
              <a:off x="1386013" y="5287882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Gerader Verbinder 333">
              <a:extLst>
                <a:ext uri="{FF2B5EF4-FFF2-40B4-BE49-F238E27FC236}">
                  <a16:creationId xmlns:a16="http://schemas.microsoft.com/office/drawing/2014/main" id="{1562087B-1EE7-4654-A03C-65B6D60CFEB0}"/>
                </a:ext>
              </a:extLst>
            </p:cNvPr>
            <p:cNvCxnSpPr>
              <a:cxnSpLocks/>
            </p:cNvCxnSpPr>
            <p:nvPr/>
          </p:nvCxnSpPr>
          <p:spPr>
            <a:xfrm>
              <a:off x="1816470" y="5287882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Gerader Verbinder 334">
              <a:extLst>
                <a:ext uri="{FF2B5EF4-FFF2-40B4-BE49-F238E27FC236}">
                  <a16:creationId xmlns:a16="http://schemas.microsoft.com/office/drawing/2014/main" id="{07E61164-B929-4DA9-B4AD-74B05550F5D1}"/>
                </a:ext>
              </a:extLst>
            </p:cNvPr>
            <p:cNvCxnSpPr>
              <a:cxnSpLocks/>
            </p:cNvCxnSpPr>
            <p:nvPr/>
          </p:nvCxnSpPr>
          <p:spPr>
            <a:xfrm>
              <a:off x="2248248" y="5287882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Gerader Verbinder 335">
              <a:extLst>
                <a:ext uri="{FF2B5EF4-FFF2-40B4-BE49-F238E27FC236}">
                  <a16:creationId xmlns:a16="http://schemas.microsoft.com/office/drawing/2014/main" id="{0DCF7CD1-C421-4A81-8D25-8584102D78AF}"/>
                </a:ext>
              </a:extLst>
            </p:cNvPr>
            <p:cNvCxnSpPr>
              <a:cxnSpLocks/>
            </p:cNvCxnSpPr>
            <p:nvPr/>
          </p:nvCxnSpPr>
          <p:spPr>
            <a:xfrm>
              <a:off x="2677039" y="5287882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Gerader Verbinder 336">
              <a:extLst>
                <a:ext uri="{FF2B5EF4-FFF2-40B4-BE49-F238E27FC236}">
                  <a16:creationId xmlns:a16="http://schemas.microsoft.com/office/drawing/2014/main" id="{8B50800F-61BE-4C3C-AF06-141CD4FCFCC2}"/>
                </a:ext>
              </a:extLst>
            </p:cNvPr>
            <p:cNvCxnSpPr>
              <a:cxnSpLocks/>
            </p:cNvCxnSpPr>
            <p:nvPr/>
          </p:nvCxnSpPr>
          <p:spPr>
            <a:xfrm>
              <a:off x="3108817" y="5287882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9" name="Textfeld 338">
              <a:extLst>
                <a:ext uri="{FF2B5EF4-FFF2-40B4-BE49-F238E27FC236}">
                  <a16:creationId xmlns:a16="http://schemas.microsoft.com/office/drawing/2014/main" id="{02AD13E1-3BD5-44AC-B887-ED645522C790}"/>
                </a:ext>
              </a:extLst>
            </p:cNvPr>
            <p:cNvSpPr txBox="1"/>
            <p:nvPr/>
          </p:nvSpPr>
          <p:spPr>
            <a:xfrm>
              <a:off x="437447" y="5053957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</p:grpSp>
      <p:grpSp>
        <p:nvGrpSpPr>
          <p:cNvPr id="568" name="Gruppieren 567">
            <a:extLst>
              <a:ext uri="{FF2B5EF4-FFF2-40B4-BE49-F238E27FC236}">
                <a16:creationId xmlns:a16="http://schemas.microsoft.com/office/drawing/2014/main" id="{6B5F4D70-A2CD-4552-A1F3-17A194BBA3B5}"/>
              </a:ext>
            </a:extLst>
          </p:cNvPr>
          <p:cNvGrpSpPr/>
          <p:nvPr/>
        </p:nvGrpSpPr>
        <p:grpSpPr>
          <a:xfrm>
            <a:off x="446766" y="4666496"/>
            <a:ext cx="2885758" cy="601738"/>
            <a:chOff x="435501" y="5817124"/>
            <a:chExt cx="2885758" cy="601738"/>
          </a:xfrm>
        </p:grpSpPr>
        <p:sp>
          <p:nvSpPr>
            <p:cNvPr id="340" name="Rechteck 339">
              <a:extLst>
                <a:ext uri="{FF2B5EF4-FFF2-40B4-BE49-F238E27FC236}">
                  <a16:creationId xmlns:a16="http://schemas.microsoft.com/office/drawing/2014/main" id="{893C2D2A-3953-4056-8B87-0D62698786D4}"/>
                </a:ext>
              </a:extLst>
            </p:cNvPr>
            <p:cNvSpPr/>
            <p:nvPr/>
          </p:nvSpPr>
          <p:spPr>
            <a:xfrm>
              <a:off x="737621" y="6178638"/>
              <a:ext cx="431417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42" name="Textfeld 341">
              <a:extLst>
                <a:ext uri="{FF2B5EF4-FFF2-40B4-BE49-F238E27FC236}">
                  <a16:creationId xmlns:a16="http://schemas.microsoft.com/office/drawing/2014/main" id="{E6851463-ADE9-4D44-93E6-038F10A2373F}"/>
                </a:ext>
              </a:extLst>
            </p:cNvPr>
            <p:cNvSpPr txBox="1"/>
            <p:nvPr/>
          </p:nvSpPr>
          <p:spPr>
            <a:xfrm>
              <a:off x="819740" y="5817124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343" name="Textfeld 342">
              <a:extLst>
                <a:ext uri="{FF2B5EF4-FFF2-40B4-BE49-F238E27FC236}">
                  <a16:creationId xmlns:a16="http://schemas.microsoft.com/office/drawing/2014/main" id="{F11F9715-27BA-49DD-B439-13FAF46DFE9D}"/>
                </a:ext>
              </a:extLst>
            </p:cNvPr>
            <p:cNvSpPr txBox="1"/>
            <p:nvPr/>
          </p:nvSpPr>
          <p:spPr>
            <a:xfrm>
              <a:off x="1254096" y="5817124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344" name="Textfeld 343">
              <a:extLst>
                <a:ext uri="{FF2B5EF4-FFF2-40B4-BE49-F238E27FC236}">
                  <a16:creationId xmlns:a16="http://schemas.microsoft.com/office/drawing/2014/main" id="{32367103-A4E2-4720-BFAD-F6E56879C0CD}"/>
                </a:ext>
              </a:extLst>
            </p:cNvPr>
            <p:cNvSpPr txBox="1"/>
            <p:nvPr/>
          </p:nvSpPr>
          <p:spPr>
            <a:xfrm>
              <a:off x="1684488" y="5817124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345" name="Textfeld 344">
              <a:extLst>
                <a:ext uri="{FF2B5EF4-FFF2-40B4-BE49-F238E27FC236}">
                  <a16:creationId xmlns:a16="http://schemas.microsoft.com/office/drawing/2014/main" id="{A7335E2F-84E5-456D-82C2-448B980D1AF9}"/>
                </a:ext>
              </a:extLst>
            </p:cNvPr>
            <p:cNvSpPr txBox="1"/>
            <p:nvPr/>
          </p:nvSpPr>
          <p:spPr>
            <a:xfrm>
              <a:off x="2118841" y="5817124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346" name="Textfeld 345">
              <a:extLst>
                <a:ext uri="{FF2B5EF4-FFF2-40B4-BE49-F238E27FC236}">
                  <a16:creationId xmlns:a16="http://schemas.microsoft.com/office/drawing/2014/main" id="{7FCF03DA-C047-4946-A76E-5A50E3552652}"/>
                </a:ext>
              </a:extLst>
            </p:cNvPr>
            <p:cNvSpPr txBox="1"/>
            <p:nvPr/>
          </p:nvSpPr>
          <p:spPr>
            <a:xfrm>
              <a:off x="2549616" y="5817124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347" name="Textfeld 346">
              <a:extLst>
                <a:ext uri="{FF2B5EF4-FFF2-40B4-BE49-F238E27FC236}">
                  <a16:creationId xmlns:a16="http://schemas.microsoft.com/office/drawing/2014/main" id="{CB012883-42B6-4C37-A2D9-591F3B22914A}"/>
                </a:ext>
              </a:extLst>
            </p:cNvPr>
            <p:cNvSpPr txBox="1"/>
            <p:nvPr/>
          </p:nvSpPr>
          <p:spPr>
            <a:xfrm>
              <a:off x="2983216" y="5817124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348" name="Rechteck 347">
              <a:extLst>
                <a:ext uri="{FF2B5EF4-FFF2-40B4-BE49-F238E27FC236}">
                  <a16:creationId xmlns:a16="http://schemas.microsoft.com/office/drawing/2014/main" id="{448CD891-4CEE-4AB3-B0BC-AD474994BAE0}"/>
                </a:ext>
              </a:extLst>
            </p:cNvPr>
            <p:cNvSpPr/>
            <p:nvPr/>
          </p:nvSpPr>
          <p:spPr>
            <a:xfrm>
              <a:off x="1168359" y="6178638"/>
              <a:ext cx="431417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49" name="Rechteck 348">
              <a:extLst>
                <a:ext uri="{FF2B5EF4-FFF2-40B4-BE49-F238E27FC236}">
                  <a16:creationId xmlns:a16="http://schemas.microsoft.com/office/drawing/2014/main" id="{92327DE4-7E9E-477E-B8A1-E2A49602E940}"/>
                </a:ext>
              </a:extLst>
            </p:cNvPr>
            <p:cNvSpPr/>
            <p:nvPr/>
          </p:nvSpPr>
          <p:spPr>
            <a:xfrm>
              <a:off x="1598816" y="6178638"/>
              <a:ext cx="431417" cy="2402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50" name="Rechteck 349">
              <a:extLst>
                <a:ext uri="{FF2B5EF4-FFF2-40B4-BE49-F238E27FC236}">
                  <a16:creationId xmlns:a16="http://schemas.microsoft.com/office/drawing/2014/main" id="{A190F158-25E2-4BDC-8685-4A38848A28D1}"/>
                </a:ext>
              </a:extLst>
            </p:cNvPr>
            <p:cNvSpPr/>
            <p:nvPr/>
          </p:nvSpPr>
          <p:spPr>
            <a:xfrm>
              <a:off x="2028647" y="617863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51" name="Rechteck 350">
              <a:extLst>
                <a:ext uri="{FF2B5EF4-FFF2-40B4-BE49-F238E27FC236}">
                  <a16:creationId xmlns:a16="http://schemas.microsoft.com/office/drawing/2014/main" id="{BEA05E33-8819-4487-BC8B-CE6EDE618E61}"/>
                </a:ext>
              </a:extLst>
            </p:cNvPr>
            <p:cNvSpPr/>
            <p:nvPr/>
          </p:nvSpPr>
          <p:spPr>
            <a:xfrm>
              <a:off x="2459385" y="617863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52" name="Rechteck 351">
              <a:extLst>
                <a:ext uri="{FF2B5EF4-FFF2-40B4-BE49-F238E27FC236}">
                  <a16:creationId xmlns:a16="http://schemas.microsoft.com/office/drawing/2014/main" id="{642E9E15-6465-42DB-9A31-8E30468F582B}"/>
                </a:ext>
              </a:extLst>
            </p:cNvPr>
            <p:cNvSpPr/>
            <p:nvPr/>
          </p:nvSpPr>
          <p:spPr>
            <a:xfrm>
              <a:off x="2889842" y="617863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EK3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54" name="Rechteck 353">
              <a:extLst>
                <a:ext uri="{FF2B5EF4-FFF2-40B4-BE49-F238E27FC236}">
                  <a16:creationId xmlns:a16="http://schemas.microsoft.com/office/drawing/2014/main" id="{3ADB82DD-8471-47CB-8F0B-953A72B1F2DA}"/>
                </a:ext>
              </a:extLst>
            </p:cNvPr>
            <p:cNvSpPr/>
            <p:nvPr/>
          </p:nvSpPr>
          <p:spPr>
            <a:xfrm>
              <a:off x="447026" y="6178627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355" name="Gerader Verbinder 354">
              <a:extLst>
                <a:ext uri="{FF2B5EF4-FFF2-40B4-BE49-F238E27FC236}">
                  <a16:creationId xmlns:a16="http://schemas.microsoft.com/office/drawing/2014/main" id="{478D9182-4B36-4F5D-8D5A-E5E30AEC5AA4}"/>
                </a:ext>
              </a:extLst>
            </p:cNvPr>
            <p:cNvCxnSpPr>
              <a:cxnSpLocks/>
            </p:cNvCxnSpPr>
            <p:nvPr/>
          </p:nvCxnSpPr>
          <p:spPr>
            <a:xfrm>
              <a:off x="585748" y="6053979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Gerader Verbinder 355">
              <a:extLst>
                <a:ext uri="{FF2B5EF4-FFF2-40B4-BE49-F238E27FC236}">
                  <a16:creationId xmlns:a16="http://schemas.microsoft.com/office/drawing/2014/main" id="{DB2B5F67-F9AD-47A5-8BCB-A4A0BEADEBA7}"/>
                </a:ext>
              </a:extLst>
            </p:cNvPr>
            <p:cNvCxnSpPr>
              <a:cxnSpLocks/>
            </p:cNvCxnSpPr>
            <p:nvPr/>
          </p:nvCxnSpPr>
          <p:spPr>
            <a:xfrm>
              <a:off x="952289" y="6051049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Gerader Verbinder 356">
              <a:extLst>
                <a:ext uri="{FF2B5EF4-FFF2-40B4-BE49-F238E27FC236}">
                  <a16:creationId xmlns:a16="http://schemas.microsoft.com/office/drawing/2014/main" id="{125E1398-4269-4A89-BFE6-6FB6C7B38593}"/>
                </a:ext>
              </a:extLst>
            </p:cNvPr>
            <p:cNvCxnSpPr>
              <a:cxnSpLocks/>
            </p:cNvCxnSpPr>
            <p:nvPr/>
          </p:nvCxnSpPr>
          <p:spPr>
            <a:xfrm>
              <a:off x="1384067" y="6051049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Gerader Verbinder 357">
              <a:extLst>
                <a:ext uri="{FF2B5EF4-FFF2-40B4-BE49-F238E27FC236}">
                  <a16:creationId xmlns:a16="http://schemas.microsoft.com/office/drawing/2014/main" id="{A25E451B-78FC-409B-9563-4DB98C151592}"/>
                </a:ext>
              </a:extLst>
            </p:cNvPr>
            <p:cNvCxnSpPr>
              <a:cxnSpLocks/>
            </p:cNvCxnSpPr>
            <p:nvPr/>
          </p:nvCxnSpPr>
          <p:spPr>
            <a:xfrm>
              <a:off x="1814524" y="6051049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Gerader Verbinder 358">
              <a:extLst>
                <a:ext uri="{FF2B5EF4-FFF2-40B4-BE49-F238E27FC236}">
                  <a16:creationId xmlns:a16="http://schemas.microsoft.com/office/drawing/2014/main" id="{44E012BD-6371-4F4C-93B7-57387350CEE3}"/>
                </a:ext>
              </a:extLst>
            </p:cNvPr>
            <p:cNvCxnSpPr>
              <a:cxnSpLocks/>
            </p:cNvCxnSpPr>
            <p:nvPr/>
          </p:nvCxnSpPr>
          <p:spPr>
            <a:xfrm>
              <a:off x="2246302" y="6051049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Gerader Verbinder 359">
              <a:extLst>
                <a:ext uri="{FF2B5EF4-FFF2-40B4-BE49-F238E27FC236}">
                  <a16:creationId xmlns:a16="http://schemas.microsoft.com/office/drawing/2014/main" id="{78CB6EAA-6DDE-4C0F-9BB6-98D115D0F67F}"/>
                </a:ext>
              </a:extLst>
            </p:cNvPr>
            <p:cNvCxnSpPr>
              <a:cxnSpLocks/>
            </p:cNvCxnSpPr>
            <p:nvPr/>
          </p:nvCxnSpPr>
          <p:spPr>
            <a:xfrm>
              <a:off x="2675093" y="6051049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Gerader Verbinder 360">
              <a:extLst>
                <a:ext uri="{FF2B5EF4-FFF2-40B4-BE49-F238E27FC236}">
                  <a16:creationId xmlns:a16="http://schemas.microsoft.com/office/drawing/2014/main" id="{92EEB1C1-40C8-4BB1-96B7-A521ABF4ED16}"/>
                </a:ext>
              </a:extLst>
            </p:cNvPr>
            <p:cNvCxnSpPr>
              <a:cxnSpLocks/>
            </p:cNvCxnSpPr>
            <p:nvPr/>
          </p:nvCxnSpPr>
          <p:spPr>
            <a:xfrm>
              <a:off x="3106871" y="6051049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3" name="Textfeld 362">
              <a:extLst>
                <a:ext uri="{FF2B5EF4-FFF2-40B4-BE49-F238E27FC236}">
                  <a16:creationId xmlns:a16="http://schemas.microsoft.com/office/drawing/2014/main" id="{B64CAC06-4BF0-461B-AD7F-D476673FD621}"/>
                </a:ext>
              </a:extLst>
            </p:cNvPr>
            <p:cNvSpPr txBox="1"/>
            <p:nvPr/>
          </p:nvSpPr>
          <p:spPr>
            <a:xfrm>
              <a:off x="435501" y="5817124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</p:grpSp>
      <p:grpSp>
        <p:nvGrpSpPr>
          <p:cNvPr id="665" name="Gruppieren 664">
            <a:extLst>
              <a:ext uri="{FF2B5EF4-FFF2-40B4-BE49-F238E27FC236}">
                <a16:creationId xmlns:a16="http://schemas.microsoft.com/office/drawing/2014/main" id="{D37B6AE4-D086-41A1-8A0E-ABAEB9849539}"/>
              </a:ext>
            </a:extLst>
          </p:cNvPr>
          <p:cNvGrpSpPr/>
          <p:nvPr/>
        </p:nvGrpSpPr>
        <p:grpSpPr>
          <a:xfrm>
            <a:off x="403032" y="1044268"/>
            <a:ext cx="2885758" cy="601738"/>
            <a:chOff x="435501" y="1968434"/>
            <a:chExt cx="2885758" cy="601738"/>
          </a:xfrm>
        </p:grpSpPr>
        <p:sp>
          <p:nvSpPr>
            <p:cNvPr id="666" name="Rechteck 665">
              <a:extLst>
                <a:ext uri="{FF2B5EF4-FFF2-40B4-BE49-F238E27FC236}">
                  <a16:creationId xmlns:a16="http://schemas.microsoft.com/office/drawing/2014/main" id="{0C5260C6-18A5-4569-85B5-799FBE6336F0}"/>
                </a:ext>
              </a:extLst>
            </p:cNvPr>
            <p:cNvSpPr/>
            <p:nvPr/>
          </p:nvSpPr>
          <p:spPr>
            <a:xfrm>
              <a:off x="737621" y="232994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67" name="Textfeld 666">
              <a:extLst>
                <a:ext uri="{FF2B5EF4-FFF2-40B4-BE49-F238E27FC236}">
                  <a16:creationId xmlns:a16="http://schemas.microsoft.com/office/drawing/2014/main" id="{CE883199-E5AA-4C75-940B-8508AF00BD77}"/>
                </a:ext>
              </a:extLst>
            </p:cNvPr>
            <p:cNvSpPr txBox="1"/>
            <p:nvPr/>
          </p:nvSpPr>
          <p:spPr>
            <a:xfrm>
              <a:off x="819740" y="1968434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668" name="Textfeld 667">
              <a:extLst>
                <a:ext uri="{FF2B5EF4-FFF2-40B4-BE49-F238E27FC236}">
                  <a16:creationId xmlns:a16="http://schemas.microsoft.com/office/drawing/2014/main" id="{0EC07D0D-1938-4BD1-9F40-5D42FF2DD0AC}"/>
                </a:ext>
              </a:extLst>
            </p:cNvPr>
            <p:cNvSpPr txBox="1"/>
            <p:nvPr/>
          </p:nvSpPr>
          <p:spPr>
            <a:xfrm>
              <a:off x="1254096" y="1968434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669" name="Textfeld 668">
              <a:extLst>
                <a:ext uri="{FF2B5EF4-FFF2-40B4-BE49-F238E27FC236}">
                  <a16:creationId xmlns:a16="http://schemas.microsoft.com/office/drawing/2014/main" id="{87EF2C04-2694-4F76-84BD-F34AD1C70727}"/>
                </a:ext>
              </a:extLst>
            </p:cNvPr>
            <p:cNvSpPr txBox="1"/>
            <p:nvPr/>
          </p:nvSpPr>
          <p:spPr>
            <a:xfrm>
              <a:off x="1684488" y="1968434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670" name="Textfeld 669">
              <a:extLst>
                <a:ext uri="{FF2B5EF4-FFF2-40B4-BE49-F238E27FC236}">
                  <a16:creationId xmlns:a16="http://schemas.microsoft.com/office/drawing/2014/main" id="{3705F37F-8924-45FB-AB76-2558B4CB2A04}"/>
                </a:ext>
              </a:extLst>
            </p:cNvPr>
            <p:cNvSpPr txBox="1"/>
            <p:nvPr/>
          </p:nvSpPr>
          <p:spPr>
            <a:xfrm>
              <a:off x="2118841" y="1968434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671" name="Textfeld 670">
              <a:extLst>
                <a:ext uri="{FF2B5EF4-FFF2-40B4-BE49-F238E27FC236}">
                  <a16:creationId xmlns:a16="http://schemas.microsoft.com/office/drawing/2014/main" id="{A27184F4-DE25-4DB0-8025-3FE70133D7F7}"/>
                </a:ext>
              </a:extLst>
            </p:cNvPr>
            <p:cNvSpPr txBox="1"/>
            <p:nvPr/>
          </p:nvSpPr>
          <p:spPr>
            <a:xfrm>
              <a:off x="2549616" y="1968434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672" name="Textfeld 671">
              <a:extLst>
                <a:ext uri="{FF2B5EF4-FFF2-40B4-BE49-F238E27FC236}">
                  <a16:creationId xmlns:a16="http://schemas.microsoft.com/office/drawing/2014/main" id="{5AA4F7D6-BA4E-4D7A-8D75-388FAC3E2851}"/>
                </a:ext>
              </a:extLst>
            </p:cNvPr>
            <p:cNvSpPr txBox="1"/>
            <p:nvPr/>
          </p:nvSpPr>
          <p:spPr>
            <a:xfrm>
              <a:off x="2983216" y="1968434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673" name="Rechteck 672">
              <a:extLst>
                <a:ext uri="{FF2B5EF4-FFF2-40B4-BE49-F238E27FC236}">
                  <a16:creationId xmlns:a16="http://schemas.microsoft.com/office/drawing/2014/main" id="{11FD5769-B122-4D51-B97C-D2296CE0CB4F}"/>
                </a:ext>
              </a:extLst>
            </p:cNvPr>
            <p:cNvSpPr/>
            <p:nvPr/>
          </p:nvSpPr>
          <p:spPr>
            <a:xfrm>
              <a:off x="1168359" y="232994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74" name="Rechteck 673">
              <a:extLst>
                <a:ext uri="{FF2B5EF4-FFF2-40B4-BE49-F238E27FC236}">
                  <a16:creationId xmlns:a16="http://schemas.microsoft.com/office/drawing/2014/main" id="{1F2EFE77-6809-42D3-B3D6-728D3CFF11A7}"/>
                </a:ext>
              </a:extLst>
            </p:cNvPr>
            <p:cNvSpPr/>
            <p:nvPr/>
          </p:nvSpPr>
          <p:spPr>
            <a:xfrm>
              <a:off x="1598816" y="232994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75" name="Rechteck 674">
              <a:extLst>
                <a:ext uri="{FF2B5EF4-FFF2-40B4-BE49-F238E27FC236}">
                  <a16:creationId xmlns:a16="http://schemas.microsoft.com/office/drawing/2014/main" id="{5DCA5A32-FAEF-4086-8EDF-769DF78B9852}"/>
                </a:ext>
              </a:extLst>
            </p:cNvPr>
            <p:cNvSpPr/>
            <p:nvPr/>
          </p:nvSpPr>
          <p:spPr>
            <a:xfrm>
              <a:off x="2028647" y="232994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76" name="Rechteck 675">
              <a:extLst>
                <a:ext uri="{FF2B5EF4-FFF2-40B4-BE49-F238E27FC236}">
                  <a16:creationId xmlns:a16="http://schemas.microsoft.com/office/drawing/2014/main" id="{6B1D4DED-A8B6-4315-9F5D-442A40FA49BC}"/>
                </a:ext>
              </a:extLst>
            </p:cNvPr>
            <p:cNvSpPr/>
            <p:nvPr/>
          </p:nvSpPr>
          <p:spPr>
            <a:xfrm>
              <a:off x="2459385" y="232994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77" name="Rechteck 676">
              <a:extLst>
                <a:ext uri="{FF2B5EF4-FFF2-40B4-BE49-F238E27FC236}">
                  <a16:creationId xmlns:a16="http://schemas.microsoft.com/office/drawing/2014/main" id="{3BEBD137-B1B5-402B-9C71-0B0B6AE5ECB1}"/>
                </a:ext>
              </a:extLst>
            </p:cNvPr>
            <p:cNvSpPr/>
            <p:nvPr/>
          </p:nvSpPr>
          <p:spPr>
            <a:xfrm>
              <a:off x="2889842" y="232994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78" name="Rechteck 677">
              <a:extLst>
                <a:ext uri="{FF2B5EF4-FFF2-40B4-BE49-F238E27FC236}">
                  <a16:creationId xmlns:a16="http://schemas.microsoft.com/office/drawing/2014/main" id="{5798FD55-C272-4724-ACED-14280E3B219D}"/>
                </a:ext>
              </a:extLst>
            </p:cNvPr>
            <p:cNvSpPr/>
            <p:nvPr/>
          </p:nvSpPr>
          <p:spPr>
            <a:xfrm>
              <a:off x="447026" y="2329937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679" name="Gerader Verbinder 678">
              <a:extLst>
                <a:ext uri="{FF2B5EF4-FFF2-40B4-BE49-F238E27FC236}">
                  <a16:creationId xmlns:a16="http://schemas.microsoft.com/office/drawing/2014/main" id="{3967B278-C841-4865-93B2-95F93C534BD4}"/>
                </a:ext>
              </a:extLst>
            </p:cNvPr>
            <p:cNvCxnSpPr>
              <a:cxnSpLocks/>
            </p:cNvCxnSpPr>
            <p:nvPr/>
          </p:nvCxnSpPr>
          <p:spPr>
            <a:xfrm>
              <a:off x="585748" y="2205289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Gerader Verbinder 679">
              <a:extLst>
                <a:ext uri="{FF2B5EF4-FFF2-40B4-BE49-F238E27FC236}">
                  <a16:creationId xmlns:a16="http://schemas.microsoft.com/office/drawing/2014/main" id="{7CF52F96-8B3C-4E0E-BB2F-785D80D32BD1}"/>
                </a:ext>
              </a:extLst>
            </p:cNvPr>
            <p:cNvCxnSpPr>
              <a:cxnSpLocks/>
            </p:cNvCxnSpPr>
            <p:nvPr/>
          </p:nvCxnSpPr>
          <p:spPr>
            <a:xfrm>
              <a:off x="952289" y="2202359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Gerader Verbinder 680">
              <a:extLst>
                <a:ext uri="{FF2B5EF4-FFF2-40B4-BE49-F238E27FC236}">
                  <a16:creationId xmlns:a16="http://schemas.microsoft.com/office/drawing/2014/main" id="{92DD85C7-64B7-40A6-842C-D1D2257AD19A}"/>
                </a:ext>
              </a:extLst>
            </p:cNvPr>
            <p:cNvCxnSpPr>
              <a:cxnSpLocks/>
            </p:cNvCxnSpPr>
            <p:nvPr/>
          </p:nvCxnSpPr>
          <p:spPr>
            <a:xfrm>
              <a:off x="1384067" y="2202359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Gerader Verbinder 681">
              <a:extLst>
                <a:ext uri="{FF2B5EF4-FFF2-40B4-BE49-F238E27FC236}">
                  <a16:creationId xmlns:a16="http://schemas.microsoft.com/office/drawing/2014/main" id="{9F7A3202-D3D4-4B96-A9CC-4DFF2C50B02E}"/>
                </a:ext>
              </a:extLst>
            </p:cNvPr>
            <p:cNvCxnSpPr>
              <a:cxnSpLocks/>
            </p:cNvCxnSpPr>
            <p:nvPr/>
          </p:nvCxnSpPr>
          <p:spPr>
            <a:xfrm>
              <a:off x="1814524" y="2202359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Gerader Verbinder 682">
              <a:extLst>
                <a:ext uri="{FF2B5EF4-FFF2-40B4-BE49-F238E27FC236}">
                  <a16:creationId xmlns:a16="http://schemas.microsoft.com/office/drawing/2014/main" id="{D0E4D3BD-765E-4DC5-9770-E433E1504183}"/>
                </a:ext>
              </a:extLst>
            </p:cNvPr>
            <p:cNvCxnSpPr>
              <a:cxnSpLocks/>
            </p:cNvCxnSpPr>
            <p:nvPr/>
          </p:nvCxnSpPr>
          <p:spPr>
            <a:xfrm>
              <a:off x="2246302" y="2202359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Gerader Verbinder 683">
              <a:extLst>
                <a:ext uri="{FF2B5EF4-FFF2-40B4-BE49-F238E27FC236}">
                  <a16:creationId xmlns:a16="http://schemas.microsoft.com/office/drawing/2014/main" id="{E6DC5144-4C03-41CF-8B4E-C8122C47F17A}"/>
                </a:ext>
              </a:extLst>
            </p:cNvPr>
            <p:cNvCxnSpPr>
              <a:cxnSpLocks/>
            </p:cNvCxnSpPr>
            <p:nvPr/>
          </p:nvCxnSpPr>
          <p:spPr>
            <a:xfrm>
              <a:off x="2675093" y="2202359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Gerader Verbinder 684">
              <a:extLst>
                <a:ext uri="{FF2B5EF4-FFF2-40B4-BE49-F238E27FC236}">
                  <a16:creationId xmlns:a16="http://schemas.microsoft.com/office/drawing/2014/main" id="{9B6E304F-DD4E-4BC6-935F-035A797B158A}"/>
                </a:ext>
              </a:extLst>
            </p:cNvPr>
            <p:cNvCxnSpPr>
              <a:cxnSpLocks/>
            </p:cNvCxnSpPr>
            <p:nvPr/>
          </p:nvCxnSpPr>
          <p:spPr>
            <a:xfrm>
              <a:off x="3106871" y="2202359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6" name="Textfeld 685">
              <a:extLst>
                <a:ext uri="{FF2B5EF4-FFF2-40B4-BE49-F238E27FC236}">
                  <a16:creationId xmlns:a16="http://schemas.microsoft.com/office/drawing/2014/main" id="{652FB26B-12F5-48E0-9E64-2372D01E027A}"/>
                </a:ext>
              </a:extLst>
            </p:cNvPr>
            <p:cNvSpPr txBox="1"/>
            <p:nvPr/>
          </p:nvSpPr>
          <p:spPr>
            <a:xfrm>
              <a:off x="435501" y="1968434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60DDCCBB-5469-4F53-AFCB-D4CE0CA17C28}"/>
              </a:ext>
            </a:extLst>
          </p:cNvPr>
          <p:cNvGrpSpPr/>
          <p:nvPr/>
        </p:nvGrpSpPr>
        <p:grpSpPr>
          <a:xfrm>
            <a:off x="4578856" y="1372750"/>
            <a:ext cx="3163702" cy="619247"/>
            <a:chOff x="8069363" y="6113167"/>
            <a:chExt cx="3163702" cy="619247"/>
          </a:xfrm>
        </p:grpSpPr>
        <p:sp>
          <p:nvSpPr>
            <p:cNvPr id="1055" name="Rechteck 1054">
              <a:extLst>
                <a:ext uri="{FF2B5EF4-FFF2-40B4-BE49-F238E27FC236}">
                  <a16:creationId xmlns:a16="http://schemas.microsoft.com/office/drawing/2014/main" id="{2AB02B25-3ABE-4BF2-AE02-E79BAE2779B8}"/>
                </a:ext>
              </a:extLst>
            </p:cNvPr>
            <p:cNvSpPr/>
            <p:nvPr/>
          </p:nvSpPr>
          <p:spPr>
            <a:xfrm>
              <a:off x="8652053" y="611317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056" name="Gerader Verbinder 1055">
              <a:extLst>
                <a:ext uri="{FF2B5EF4-FFF2-40B4-BE49-F238E27FC236}">
                  <a16:creationId xmlns:a16="http://schemas.microsoft.com/office/drawing/2014/main" id="{26FC9E1D-C85C-486A-B5FB-1B38B63F61BF}"/>
                </a:ext>
              </a:extLst>
            </p:cNvPr>
            <p:cNvCxnSpPr>
              <a:cxnSpLocks/>
            </p:cNvCxnSpPr>
            <p:nvPr/>
          </p:nvCxnSpPr>
          <p:spPr>
            <a:xfrm>
              <a:off x="8215381" y="635523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7" name="Textfeld 1056">
              <a:extLst>
                <a:ext uri="{FF2B5EF4-FFF2-40B4-BE49-F238E27FC236}">
                  <a16:creationId xmlns:a16="http://schemas.microsoft.com/office/drawing/2014/main" id="{4622C13C-6D64-4829-B58F-73F4D17FD96E}"/>
                </a:ext>
              </a:extLst>
            </p:cNvPr>
            <p:cNvSpPr txBox="1"/>
            <p:nvPr/>
          </p:nvSpPr>
          <p:spPr>
            <a:xfrm>
              <a:off x="8734172" y="6470804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1058" name="Textfeld 1057">
              <a:extLst>
                <a:ext uri="{FF2B5EF4-FFF2-40B4-BE49-F238E27FC236}">
                  <a16:creationId xmlns:a16="http://schemas.microsoft.com/office/drawing/2014/main" id="{6D7A304C-04CF-4F86-91BE-313EC98F8F61}"/>
                </a:ext>
              </a:extLst>
            </p:cNvPr>
            <p:cNvSpPr txBox="1"/>
            <p:nvPr/>
          </p:nvSpPr>
          <p:spPr>
            <a:xfrm>
              <a:off x="9168528" y="6470804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1059" name="Textfeld 1058">
              <a:extLst>
                <a:ext uri="{FF2B5EF4-FFF2-40B4-BE49-F238E27FC236}">
                  <a16:creationId xmlns:a16="http://schemas.microsoft.com/office/drawing/2014/main" id="{2D778F28-261E-4660-8911-2A77479FEA76}"/>
                </a:ext>
              </a:extLst>
            </p:cNvPr>
            <p:cNvSpPr txBox="1"/>
            <p:nvPr/>
          </p:nvSpPr>
          <p:spPr>
            <a:xfrm>
              <a:off x="9598185" y="6470804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1060" name="Textfeld 1059">
              <a:extLst>
                <a:ext uri="{FF2B5EF4-FFF2-40B4-BE49-F238E27FC236}">
                  <a16:creationId xmlns:a16="http://schemas.microsoft.com/office/drawing/2014/main" id="{25501726-2EA1-413A-A865-F836FF6FF0B4}"/>
                </a:ext>
              </a:extLst>
            </p:cNvPr>
            <p:cNvSpPr txBox="1"/>
            <p:nvPr/>
          </p:nvSpPr>
          <p:spPr>
            <a:xfrm>
              <a:off x="10025212" y="6470804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1061" name="Textfeld 1060">
              <a:extLst>
                <a:ext uri="{FF2B5EF4-FFF2-40B4-BE49-F238E27FC236}">
                  <a16:creationId xmlns:a16="http://schemas.microsoft.com/office/drawing/2014/main" id="{01857C86-8018-4E4C-A948-E1DE51084B2E}"/>
                </a:ext>
              </a:extLst>
            </p:cNvPr>
            <p:cNvSpPr txBox="1"/>
            <p:nvPr/>
          </p:nvSpPr>
          <p:spPr>
            <a:xfrm>
              <a:off x="10464048" y="6470804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1062" name="Textfeld 1061">
              <a:extLst>
                <a:ext uri="{FF2B5EF4-FFF2-40B4-BE49-F238E27FC236}">
                  <a16:creationId xmlns:a16="http://schemas.microsoft.com/office/drawing/2014/main" id="{BB9AF888-2187-4BC5-9F5C-537D22907B58}"/>
                </a:ext>
              </a:extLst>
            </p:cNvPr>
            <p:cNvSpPr txBox="1"/>
            <p:nvPr/>
          </p:nvSpPr>
          <p:spPr>
            <a:xfrm>
              <a:off x="10897648" y="6470804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1063" name="Rechteck 1062">
              <a:extLst>
                <a:ext uri="{FF2B5EF4-FFF2-40B4-BE49-F238E27FC236}">
                  <a16:creationId xmlns:a16="http://schemas.microsoft.com/office/drawing/2014/main" id="{E6AB87C1-C8CD-404F-AA2C-955BC1EA676E}"/>
                </a:ext>
              </a:extLst>
            </p:cNvPr>
            <p:cNvSpPr/>
            <p:nvPr/>
          </p:nvSpPr>
          <p:spPr>
            <a:xfrm>
              <a:off x="9082791" y="611317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64" name="Rechteck 1063">
              <a:extLst>
                <a:ext uri="{FF2B5EF4-FFF2-40B4-BE49-F238E27FC236}">
                  <a16:creationId xmlns:a16="http://schemas.microsoft.com/office/drawing/2014/main" id="{1AC6CDA0-E503-4245-B278-B4511BD4D88F}"/>
                </a:ext>
              </a:extLst>
            </p:cNvPr>
            <p:cNvSpPr/>
            <p:nvPr/>
          </p:nvSpPr>
          <p:spPr>
            <a:xfrm>
              <a:off x="9513248" y="611317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EK3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65" name="Rechteck 1064">
              <a:extLst>
                <a:ext uri="{FF2B5EF4-FFF2-40B4-BE49-F238E27FC236}">
                  <a16:creationId xmlns:a16="http://schemas.microsoft.com/office/drawing/2014/main" id="{0206E166-ADE7-42DB-9266-B59CA74F4284}"/>
                </a:ext>
              </a:extLst>
            </p:cNvPr>
            <p:cNvSpPr/>
            <p:nvPr/>
          </p:nvSpPr>
          <p:spPr>
            <a:xfrm>
              <a:off x="9943079" y="611317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EK4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66" name="Rechteck 1065">
              <a:extLst>
                <a:ext uri="{FF2B5EF4-FFF2-40B4-BE49-F238E27FC236}">
                  <a16:creationId xmlns:a16="http://schemas.microsoft.com/office/drawing/2014/main" id="{A497DD21-9132-4C1B-B474-F1630840A08B}"/>
                </a:ext>
              </a:extLst>
            </p:cNvPr>
            <p:cNvSpPr/>
            <p:nvPr/>
          </p:nvSpPr>
          <p:spPr>
            <a:xfrm>
              <a:off x="10373817" y="611317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EK5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67" name="Rechteck 1066">
              <a:extLst>
                <a:ext uri="{FF2B5EF4-FFF2-40B4-BE49-F238E27FC236}">
                  <a16:creationId xmlns:a16="http://schemas.microsoft.com/office/drawing/2014/main" id="{79E65122-EC18-4530-8F30-7C08E4E12823}"/>
                </a:ext>
              </a:extLst>
            </p:cNvPr>
            <p:cNvSpPr/>
            <p:nvPr/>
          </p:nvSpPr>
          <p:spPr>
            <a:xfrm>
              <a:off x="10802686" y="6113178"/>
              <a:ext cx="430379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EK6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68" name="Rechteck 1067">
              <a:extLst>
                <a:ext uri="{FF2B5EF4-FFF2-40B4-BE49-F238E27FC236}">
                  <a16:creationId xmlns:a16="http://schemas.microsoft.com/office/drawing/2014/main" id="{BBAAC6E9-CA0D-45DD-AA03-91DC0193A40B}"/>
                </a:ext>
              </a:extLst>
            </p:cNvPr>
            <p:cNvSpPr/>
            <p:nvPr/>
          </p:nvSpPr>
          <p:spPr>
            <a:xfrm>
              <a:off x="8070937" y="6113178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69" name="Rechteck 1068">
              <a:extLst>
                <a:ext uri="{FF2B5EF4-FFF2-40B4-BE49-F238E27FC236}">
                  <a16:creationId xmlns:a16="http://schemas.microsoft.com/office/drawing/2014/main" id="{8534255A-E885-4AB4-8AFB-4EA622AB6A24}"/>
                </a:ext>
              </a:extLst>
            </p:cNvPr>
            <p:cNvSpPr/>
            <p:nvPr/>
          </p:nvSpPr>
          <p:spPr>
            <a:xfrm>
              <a:off x="8361458" y="6113167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070" name="Gerader Verbinder 1069">
              <a:extLst>
                <a:ext uri="{FF2B5EF4-FFF2-40B4-BE49-F238E27FC236}">
                  <a16:creationId xmlns:a16="http://schemas.microsoft.com/office/drawing/2014/main" id="{CEDD1362-70FC-4790-9232-A52ACC31FDA6}"/>
                </a:ext>
              </a:extLst>
            </p:cNvPr>
            <p:cNvCxnSpPr>
              <a:cxnSpLocks/>
            </p:cNvCxnSpPr>
            <p:nvPr/>
          </p:nvCxnSpPr>
          <p:spPr>
            <a:xfrm>
              <a:off x="8500180" y="635523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Gerader Verbinder 1070">
              <a:extLst>
                <a:ext uri="{FF2B5EF4-FFF2-40B4-BE49-F238E27FC236}">
                  <a16:creationId xmlns:a16="http://schemas.microsoft.com/office/drawing/2014/main" id="{E3FAE79D-C808-4935-A860-CE7F47D51C43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21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Gerader Verbinder 1071">
              <a:extLst>
                <a:ext uri="{FF2B5EF4-FFF2-40B4-BE49-F238E27FC236}">
                  <a16:creationId xmlns:a16="http://schemas.microsoft.com/office/drawing/2014/main" id="{E6F613A2-BB96-49C2-91AB-9DFBFFDC89D0}"/>
                </a:ext>
              </a:extLst>
            </p:cNvPr>
            <p:cNvCxnSpPr>
              <a:cxnSpLocks/>
            </p:cNvCxnSpPr>
            <p:nvPr/>
          </p:nvCxnSpPr>
          <p:spPr>
            <a:xfrm>
              <a:off x="9298499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Gerader Verbinder 1072">
              <a:extLst>
                <a:ext uri="{FF2B5EF4-FFF2-40B4-BE49-F238E27FC236}">
                  <a16:creationId xmlns:a16="http://schemas.microsoft.com/office/drawing/2014/main" id="{10ED719E-20AF-43F2-8620-0BDA8796457E}"/>
                </a:ext>
              </a:extLst>
            </p:cNvPr>
            <p:cNvCxnSpPr>
              <a:cxnSpLocks/>
            </p:cNvCxnSpPr>
            <p:nvPr/>
          </p:nvCxnSpPr>
          <p:spPr>
            <a:xfrm>
              <a:off x="9728956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Gerader Verbinder 1073">
              <a:extLst>
                <a:ext uri="{FF2B5EF4-FFF2-40B4-BE49-F238E27FC236}">
                  <a16:creationId xmlns:a16="http://schemas.microsoft.com/office/drawing/2014/main" id="{CD341092-1F42-4BC4-94DB-CED3CAB0EA03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734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Gerader Verbinder 1074">
              <a:extLst>
                <a:ext uri="{FF2B5EF4-FFF2-40B4-BE49-F238E27FC236}">
                  <a16:creationId xmlns:a16="http://schemas.microsoft.com/office/drawing/2014/main" id="{42886D4A-9F61-430D-9E2A-3994377C159D}"/>
                </a:ext>
              </a:extLst>
            </p:cNvPr>
            <p:cNvCxnSpPr>
              <a:cxnSpLocks/>
            </p:cNvCxnSpPr>
            <p:nvPr/>
          </p:nvCxnSpPr>
          <p:spPr>
            <a:xfrm>
              <a:off x="10589525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Gerader Verbinder 1075">
              <a:extLst>
                <a:ext uri="{FF2B5EF4-FFF2-40B4-BE49-F238E27FC236}">
                  <a16:creationId xmlns:a16="http://schemas.microsoft.com/office/drawing/2014/main" id="{3A94FF71-9B7B-4A20-934A-4BA44F788D2B}"/>
                </a:ext>
              </a:extLst>
            </p:cNvPr>
            <p:cNvCxnSpPr>
              <a:cxnSpLocks/>
            </p:cNvCxnSpPr>
            <p:nvPr/>
          </p:nvCxnSpPr>
          <p:spPr>
            <a:xfrm>
              <a:off x="11021303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7" name="Textfeld 1076">
              <a:extLst>
                <a:ext uri="{FF2B5EF4-FFF2-40B4-BE49-F238E27FC236}">
                  <a16:creationId xmlns:a16="http://schemas.microsoft.com/office/drawing/2014/main" id="{25A403FF-C7B5-459F-9B17-F4071E6685FD}"/>
                </a:ext>
              </a:extLst>
            </p:cNvPr>
            <p:cNvSpPr txBox="1"/>
            <p:nvPr/>
          </p:nvSpPr>
          <p:spPr>
            <a:xfrm>
              <a:off x="8069363" y="6470804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1078" name="Textfeld 1077">
              <a:extLst>
                <a:ext uri="{FF2B5EF4-FFF2-40B4-BE49-F238E27FC236}">
                  <a16:creationId xmlns:a16="http://schemas.microsoft.com/office/drawing/2014/main" id="{70F03232-E003-4C56-9F5E-E0E87523B4E7}"/>
                </a:ext>
              </a:extLst>
            </p:cNvPr>
            <p:cNvSpPr txBox="1"/>
            <p:nvPr/>
          </p:nvSpPr>
          <p:spPr>
            <a:xfrm>
              <a:off x="8349933" y="6470804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</p:grpSp>
      <p:grpSp>
        <p:nvGrpSpPr>
          <p:cNvPr id="632" name="Gruppieren 631">
            <a:extLst>
              <a:ext uri="{FF2B5EF4-FFF2-40B4-BE49-F238E27FC236}">
                <a16:creationId xmlns:a16="http://schemas.microsoft.com/office/drawing/2014/main" id="{7554848B-1803-4EAB-A0DB-24FC7AE8BCA7}"/>
              </a:ext>
            </a:extLst>
          </p:cNvPr>
          <p:cNvGrpSpPr/>
          <p:nvPr/>
        </p:nvGrpSpPr>
        <p:grpSpPr>
          <a:xfrm>
            <a:off x="4583956" y="658946"/>
            <a:ext cx="3163702" cy="619247"/>
            <a:chOff x="8069363" y="6113167"/>
            <a:chExt cx="3163702" cy="619247"/>
          </a:xfrm>
        </p:grpSpPr>
        <p:sp>
          <p:nvSpPr>
            <p:cNvPr id="633" name="Rechteck 632">
              <a:extLst>
                <a:ext uri="{FF2B5EF4-FFF2-40B4-BE49-F238E27FC236}">
                  <a16:creationId xmlns:a16="http://schemas.microsoft.com/office/drawing/2014/main" id="{2C8CC021-49B9-4D33-B718-98C4818693FE}"/>
                </a:ext>
              </a:extLst>
            </p:cNvPr>
            <p:cNvSpPr/>
            <p:nvPr/>
          </p:nvSpPr>
          <p:spPr>
            <a:xfrm>
              <a:off x="8652053" y="611317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634" name="Gerader Verbinder 633">
              <a:extLst>
                <a:ext uri="{FF2B5EF4-FFF2-40B4-BE49-F238E27FC236}">
                  <a16:creationId xmlns:a16="http://schemas.microsoft.com/office/drawing/2014/main" id="{9C0A30BB-96DF-4DEA-A34E-37BD800ADB3A}"/>
                </a:ext>
              </a:extLst>
            </p:cNvPr>
            <p:cNvCxnSpPr>
              <a:cxnSpLocks/>
            </p:cNvCxnSpPr>
            <p:nvPr/>
          </p:nvCxnSpPr>
          <p:spPr>
            <a:xfrm>
              <a:off x="8215381" y="635523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5" name="Textfeld 634">
              <a:extLst>
                <a:ext uri="{FF2B5EF4-FFF2-40B4-BE49-F238E27FC236}">
                  <a16:creationId xmlns:a16="http://schemas.microsoft.com/office/drawing/2014/main" id="{BC7B3949-5CC8-4791-A1B5-F1D768217579}"/>
                </a:ext>
              </a:extLst>
            </p:cNvPr>
            <p:cNvSpPr txBox="1"/>
            <p:nvPr/>
          </p:nvSpPr>
          <p:spPr>
            <a:xfrm>
              <a:off x="8734172" y="6470804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636" name="Textfeld 635">
              <a:extLst>
                <a:ext uri="{FF2B5EF4-FFF2-40B4-BE49-F238E27FC236}">
                  <a16:creationId xmlns:a16="http://schemas.microsoft.com/office/drawing/2014/main" id="{BFCE467E-E8C4-4F41-9F76-78B8C528E151}"/>
                </a:ext>
              </a:extLst>
            </p:cNvPr>
            <p:cNvSpPr txBox="1"/>
            <p:nvPr/>
          </p:nvSpPr>
          <p:spPr>
            <a:xfrm>
              <a:off x="9168528" y="6470804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637" name="Textfeld 636">
              <a:extLst>
                <a:ext uri="{FF2B5EF4-FFF2-40B4-BE49-F238E27FC236}">
                  <a16:creationId xmlns:a16="http://schemas.microsoft.com/office/drawing/2014/main" id="{36E58BEB-1A6A-4CB0-9473-483939EDFE95}"/>
                </a:ext>
              </a:extLst>
            </p:cNvPr>
            <p:cNvSpPr txBox="1"/>
            <p:nvPr/>
          </p:nvSpPr>
          <p:spPr>
            <a:xfrm>
              <a:off x="9598185" y="6470804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638" name="Textfeld 637">
              <a:extLst>
                <a:ext uri="{FF2B5EF4-FFF2-40B4-BE49-F238E27FC236}">
                  <a16:creationId xmlns:a16="http://schemas.microsoft.com/office/drawing/2014/main" id="{1FCCA51E-F0D2-4F12-847D-093AE53ED458}"/>
                </a:ext>
              </a:extLst>
            </p:cNvPr>
            <p:cNvSpPr txBox="1"/>
            <p:nvPr/>
          </p:nvSpPr>
          <p:spPr>
            <a:xfrm>
              <a:off x="10025212" y="6470804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639" name="Textfeld 638">
              <a:extLst>
                <a:ext uri="{FF2B5EF4-FFF2-40B4-BE49-F238E27FC236}">
                  <a16:creationId xmlns:a16="http://schemas.microsoft.com/office/drawing/2014/main" id="{D7B0A06C-FA8A-4B20-8AE6-F639C0830F63}"/>
                </a:ext>
              </a:extLst>
            </p:cNvPr>
            <p:cNvSpPr txBox="1"/>
            <p:nvPr/>
          </p:nvSpPr>
          <p:spPr>
            <a:xfrm>
              <a:off x="10464048" y="6470804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640" name="Textfeld 639">
              <a:extLst>
                <a:ext uri="{FF2B5EF4-FFF2-40B4-BE49-F238E27FC236}">
                  <a16:creationId xmlns:a16="http://schemas.microsoft.com/office/drawing/2014/main" id="{1FBC4C01-1F5A-4555-9F5F-FFA4099D1218}"/>
                </a:ext>
              </a:extLst>
            </p:cNvPr>
            <p:cNvSpPr txBox="1"/>
            <p:nvPr/>
          </p:nvSpPr>
          <p:spPr>
            <a:xfrm>
              <a:off x="10897648" y="6470804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641" name="Rechteck 640">
              <a:extLst>
                <a:ext uri="{FF2B5EF4-FFF2-40B4-BE49-F238E27FC236}">
                  <a16:creationId xmlns:a16="http://schemas.microsoft.com/office/drawing/2014/main" id="{CC0B4A06-A86D-4447-AA19-40C07625FAAB}"/>
                </a:ext>
              </a:extLst>
            </p:cNvPr>
            <p:cNvSpPr/>
            <p:nvPr/>
          </p:nvSpPr>
          <p:spPr>
            <a:xfrm>
              <a:off x="9082791" y="611317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42" name="Rechteck 641">
              <a:extLst>
                <a:ext uri="{FF2B5EF4-FFF2-40B4-BE49-F238E27FC236}">
                  <a16:creationId xmlns:a16="http://schemas.microsoft.com/office/drawing/2014/main" id="{F0EFF5C2-5D79-4E2A-BEEE-519F5C0F8C49}"/>
                </a:ext>
              </a:extLst>
            </p:cNvPr>
            <p:cNvSpPr/>
            <p:nvPr/>
          </p:nvSpPr>
          <p:spPr>
            <a:xfrm>
              <a:off x="9513248" y="611317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43" name="Rechteck 642">
              <a:extLst>
                <a:ext uri="{FF2B5EF4-FFF2-40B4-BE49-F238E27FC236}">
                  <a16:creationId xmlns:a16="http://schemas.microsoft.com/office/drawing/2014/main" id="{C6B56763-D320-4015-A1D6-31B420A0B62F}"/>
                </a:ext>
              </a:extLst>
            </p:cNvPr>
            <p:cNvSpPr/>
            <p:nvPr/>
          </p:nvSpPr>
          <p:spPr>
            <a:xfrm>
              <a:off x="9943079" y="611317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44" name="Rechteck 643">
              <a:extLst>
                <a:ext uri="{FF2B5EF4-FFF2-40B4-BE49-F238E27FC236}">
                  <a16:creationId xmlns:a16="http://schemas.microsoft.com/office/drawing/2014/main" id="{39C62537-9919-402B-B8B1-590B0698E2B3}"/>
                </a:ext>
              </a:extLst>
            </p:cNvPr>
            <p:cNvSpPr/>
            <p:nvPr/>
          </p:nvSpPr>
          <p:spPr>
            <a:xfrm>
              <a:off x="10373817" y="611317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45" name="Rechteck 644">
              <a:extLst>
                <a:ext uri="{FF2B5EF4-FFF2-40B4-BE49-F238E27FC236}">
                  <a16:creationId xmlns:a16="http://schemas.microsoft.com/office/drawing/2014/main" id="{437C1F6E-2EB9-4413-9049-85D6EFFD9FC6}"/>
                </a:ext>
              </a:extLst>
            </p:cNvPr>
            <p:cNvSpPr/>
            <p:nvPr/>
          </p:nvSpPr>
          <p:spPr>
            <a:xfrm>
              <a:off x="10802686" y="6113178"/>
              <a:ext cx="430379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46" name="Rechteck 645">
              <a:extLst>
                <a:ext uri="{FF2B5EF4-FFF2-40B4-BE49-F238E27FC236}">
                  <a16:creationId xmlns:a16="http://schemas.microsoft.com/office/drawing/2014/main" id="{58F91D25-2CFA-42E6-B6E0-74A1F3EAF055}"/>
                </a:ext>
              </a:extLst>
            </p:cNvPr>
            <p:cNvSpPr/>
            <p:nvPr/>
          </p:nvSpPr>
          <p:spPr>
            <a:xfrm>
              <a:off x="8070937" y="6113178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47" name="Rechteck 646">
              <a:extLst>
                <a:ext uri="{FF2B5EF4-FFF2-40B4-BE49-F238E27FC236}">
                  <a16:creationId xmlns:a16="http://schemas.microsoft.com/office/drawing/2014/main" id="{B29E5574-2D5E-45A7-B9D2-56A986D7C001}"/>
                </a:ext>
              </a:extLst>
            </p:cNvPr>
            <p:cNvSpPr/>
            <p:nvPr/>
          </p:nvSpPr>
          <p:spPr>
            <a:xfrm>
              <a:off x="8361458" y="6113167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648" name="Gerader Verbinder 647">
              <a:extLst>
                <a:ext uri="{FF2B5EF4-FFF2-40B4-BE49-F238E27FC236}">
                  <a16:creationId xmlns:a16="http://schemas.microsoft.com/office/drawing/2014/main" id="{1BB1843C-C105-409B-9B4C-33DF9935C8A8}"/>
                </a:ext>
              </a:extLst>
            </p:cNvPr>
            <p:cNvCxnSpPr>
              <a:cxnSpLocks/>
            </p:cNvCxnSpPr>
            <p:nvPr/>
          </p:nvCxnSpPr>
          <p:spPr>
            <a:xfrm>
              <a:off x="8500180" y="635523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Gerader Verbinder 648">
              <a:extLst>
                <a:ext uri="{FF2B5EF4-FFF2-40B4-BE49-F238E27FC236}">
                  <a16:creationId xmlns:a16="http://schemas.microsoft.com/office/drawing/2014/main" id="{E7F9465A-2344-4CE7-B5BF-C8D655B2A37C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21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Gerader Verbinder 649">
              <a:extLst>
                <a:ext uri="{FF2B5EF4-FFF2-40B4-BE49-F238E27FC236}">
                  <a16:creationId xmlns:a16="http://schemas.microsoft.com/office/drawing/2014/main" id="{0C34F78D-5041-4C33-AF96-BA2201B734A7}"/>
                </a:ext>
              </a:extLst>
            </p:cNvPr>
            <p:cNvCxnSpPr>
              <a:cxnSpLocks/>
            </p:cNvCxnSpPr>
            <p:nvPr/>
          </p:nvCxnSpPr>
          <p:spPr>
            <a:xfrm>
              <a:off x="9298499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Gerader Verbinder 650">
              <a:extLst>
                <a:ext uri="{FF2B5EF4-FFF2-40B4-BE49-F238E27FC236}">
                  <a16:creationId xmlns:a16="http://schemas.microsoft.com/office/drawing/2014/main" id="{DFB6FC63-83BF-4F6B-8CD1-C73FB6A54E66}"/>
                </a:ext>
              </a:extLst>
            </p:cNvPr>
            <p:cNvCxnSpPr>
              <a:cxnSpLocks/>
            </p:cNvCxnSpPr>
            <p:nvPr/>
          </p:nvCxnSpPr>
          <p:spPr>
            <a:xfrm>
              <a:off x="9728956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Gerader Verbinder 651">
              <a:extLst>
                <a:ext uri="{FF2B5EF4-FFF2-40B4-BE49-F238E27FC236}">
                  <a16:creationId xmlns:a16="http://schemas.microsoft.com/office/drawing/2014/main" id="{E972B8D7-FE47-40CA-878C-79E9E266BD7B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734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Gerader Verbinder 652">
              <a:extLst>
                <a:ext uri="{FF2B5EF4-FFF2-40B4-BE49-F238E27FC236}">
                  <a16:creationId xmlns:a16="http://schemas.microsoft.com/office/drawing/2014/main" id="{205F75BD-1151-489F-932F-223AA38E8199}"/>
                </a:ext>
              </a:extLst>
            </p:cNvPr>
            <p:cNvCxnSpPr>
              <a:cxnSpLocks/>
            </p:cNvCxnSpPr>
            <p:nvPr/>
          </p:nvCxnSpPr>
          <p:spPr>
            <a:xfrm>
              <a:off x="10589525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Gerader Verbinder 653">
              <a:extLst>
                <a:ext uri="{FF2B5EF4-FFF2-40B4-BE49-F238E27FC236}">
                  <a16:creationId xmlns:a16="http://schemas.microsoft.com/office/drawing/2014/main" id="{69342301-144D-4F25-9CF0-ECE9E05BF99A}"/>
                </a:ext>
              </a:extLst>
            </p:cNvPr>
            <p:cNvCxnSpPr>
              <a:cxnSpLocks/>
            </p:cNvCxnSpPr>
            <p:nvPr/>
          </p:nvCxnSpPr>
          <p:spPr>
            <a:xfrm>
              <a:off x="11021303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5" name="Textfeld 654">
              <a:extLst>
                <a:ext uri="{FF2B5EF4-FFF2-40B4-BE49-F238E27FC236}">
                  <a16:creationId xmlns:a16="http://schemas.microsoft.com/office/drawing/2014/main" id="{67AE2FC1-1FE1-4E65-8AB1-020023BB2555}"/>
                </a:ext>
              </a:extLst>
            </p:cNvPr>
            <p:cNvSpPr txBox="1"/>
            <p:nvPr/>
          </p:nvSpPr>
          <p:spPr>
            <a:xfrm>
              <a:off x="8069363" y="6470804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656" name="Textfeld 655">
              <a:extLst>
                <a:ext uri="{FF2B5EF4-FFF2-40B4-BE49-F238E27FC236}">
                  <a16:creationId xmlns:a16="http://schemas.microsoft.com/office/drawing/2014/main" id="{FE5F351B-DB78-4419-BD32-206881B0985C}"/>
                </a:ext>
              </a:extLst>
            </p:cNvPr>
            <p:cNvSpPr txBox="1"/>
            <p:nvPr/>
          </p:nvSpPr>
          <p:spPr>
            <a:xfrm>
              <a:off x="8349933" y="6470804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</p:grpSp>
      <p:grpSp>
        <p:nvGrpSpPr>
          <p:cNvPr id="657" name="Gruppieren 656">
            <a:extLst>
              <a:ext uri="{FF2B5EF4-FFF2-40B4-BE49-F238E27FC236}">
                <a16:creationId xmlns:a16="http://schemas.microsoft.com/office/drawing/2014/main" id="{77AE2FA8-67B4-4BAF-AA3B-DC5CC89DD072}"/>
              </a:ext>
            </a:extLst>
          </p:cNvPr>
          <p:cNvGrpSpPr/>
          <p:nvPr/>
        </p:nvGrpSpPr>
        <p:grpSpPr>
          <a:xfrm>
            <a:off x="4578856" y="2134556"/>
            <a:ext cx="3163702" cy="619247"/>
            <a:chOff x="8069363" y="6113167"/>
            <a:chExt cx="3163702" cy="619247"/>
          </a:xfrm>
        </p:grpSpPr>
        <p:sp>
          <p:nvSpPr>
            <p:cNvPr id="658" name="Rechteck 657">
              <a:extLst>
                <a:ext uri="{FF2B5EF4-FFF2-40B4-BE49-F238E27FC236}">
                  <a16:creationId xmlns:a16="http://schemas.microsoft.com/office/drawing/2014/main" id="{F14D6D34-5634-4EAB-A011-F1C59AC4EFEE}"/>
                </a:ext>
              </a:extLst>
            </p:cNvPr>
            <p:cNvSpPr/>
            <p:nvPr/>
          </p:nvSpPr>
          <p:spPr>
            <a:xfrm>
              <a:off x="8652053" y="6113178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659" name="Gerader Verbinder 658">
              <a:extLst>
                <a:ext uri="{FF2B5EF4-FFF2-40B4-BE49-F238E27FC236}">
                  <a16:creationId xmlns:a16="http://schemas.microsoft.com/office/drawing/2014/main" id="{672B23F7-727E-477D-9250-A50941C457C3}"/>
                </a:ext>
              </a:extLst>
            </p:cNvPr>
            <p:cNvCxnSpPr>
              <a:cxnSpLocks/>
            </p:cNvCxnSpPr>
            <p:nvPr/>
          </p:nvCxnSpPr>
          <p:spPr>
            <a:xfrm>
              <a:off x="8215381" y="635523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0" name="Textfeld 659">
              <a:extLst>
                <a:ext uri="{FF2B5EF4-FFF2-40B4-BE49-F238E27FC236}">
                  <a16:creationId xmlns:a16="http://schemas.microsoft.com/office/drawing/2014/main" id="{E34F9859-C433-40B9-8B40-BFBB97A605B8}"/>
                </a:ext>
              </a:extLst>
            </p:cNvPr>
            <p:cNvSpPr txBox="1"/>
            <p:nvPr/>
          </p:nvSpPr>
          <p:spPr>
            <a:xfrm>
              <a:off x="8734172" y="6470804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661" name="Textfeld 660">
              <a:extLst>
                <a:ext uri="{FF2B5EF4-FFF2-40B4-BE49-F238E27FC236}">
                  <a16:creationId xmlns:a16="http://schemas.microsoft.com/office/drawing/2014/main" id="{79406195-0D97-4063-829B-7460B9D8F31A}"/>
                </a:ext>
              </a:extLst>
            </p:cNvPr>
            <p:cNvSpPr txBox="1"/>
            <p:nvPr/>
          </p:nvSpPr>
          <p:spPr>
            <a:xfrm>
              <a:off x="9168528" y="6470804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662" name="Textfeld 661">
              <a:extLst>
                <a:ext uri="{FF2B5EF4-FFF2-40B4-BE49-F238E27FC236}">
                  <a16:creationId xmlns:a16="http://schemas.microsoft.com/office/drawing/2014/main" id="{B2E5FFA7-F5CB-4AE9-B7CC-302F8A46D24A}"/>
                </a:ext>
              </a:extLst>
            </p:cNvPr>
            <p:cNvSpPr txBox="1"/>
            <p:nvPr/>
          </p:nvSpPr>
          <p:spPr>
            <a:xfrm>
              <a:off x="9598185" y="6470804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663" name="Textfeld 662">
              <a:extLst>
                <a:ext uri="{FF2B5EF4-FFF2-40B4-BE49-F238E27FC236}">
                  <a16:creationId xmlns:a16="http://schemas.microsoft.com/office/drawing/2014/main" id="{FD5C030A-41F7-4EFB-9E4B-745155F1A135}"/>
                </a:ext>
              </a:extLst>
            </p:cNvPr>
            <p:cNvSpPr txBox="1"/>
            <p:nvPr/>
          </p:nvSpPr>
          <p:spPr>
            <a:xfrm>
              <a:off x="10025212" y="6470804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664" name="Textfeld 663">
              <a:extLst>
                <a:ext uri="{FF2B5EF4-FFF2-40B4-BE49-F238E27FC236}">
                  <a16:creationId xmlns:a16="http://schemas.microsoft.com/office/drawing/2014/main" id="{D2B72808-D072-4BF3-BDAC-77F2D7083573}"/>
                </a:ext>
              </a:extLst>
            </p:cNvPr>
            <p:cNvSpPr txBox="1"/>
            <p:nvPr/>
          </p:nvSpPr>
          <p:spPr>
            <a:xfrm>
              <a:off x="10464048" y="6470804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687" name="Textfeld 686">
              <a:extLst>
                <a:ext uri="{FF2B5EF4-FFF2-40B4-BE49-F238E27FC236}">
                  <a16:creationId xmlns:a16="http://schemas.microsoft.com/office/drawing/2014/main" id="{E5566FF7-87F0-4DC4-A18C-FCED0BE46928}"/>
                </a:ext>
              </a:extLst>
            </p:cNvPr>
            <p:cNvSpPr txBox="1"/>
            <p:nvPr/>
          </p:nvSpPr>
          <p:spPr>
            <a:xfrm>
              <a:off x="10897648" y="6470804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688" name="Rechteck 687">
              <a:extLst>
                <a:ext uri="{FF2B5EF4-FFF2-40B4-BE49-F238E27FC236}">
                  <a16:creationId xmlns:a16="http://schemas.microsoft.com/office/drawing/2014/main" id="{804A0F1E-907C-48F2-A5B9-A16F6A26F065}"/>
                </a:ext>
              </a:extLst>
            </p:cNvPr>
            <p:cNvSpPr/>
            <p:nvPr/>
          </p:nvSpPr>
          <p:spPr>
            <a:xfrm>
              <a:off x="9082791" y="6113178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89" name="Rechteck 688">
              <a:extLst>
                <a:ext uri="{FF2B5EF4-FFF2-40B4-BE49-F238E27FC236}">
                  <a16:creationId xmlns:a16="http://schemas.microsoft.com/office/drawing/2014/main" id="{BCE07E3F-851A-4FBF-B33D-99DFC6021674}"/>
                </a:ext>
              </a:extLst>
            </p:cNvPr>
            <p:cNvSpPr/>
            <p:nvPr/>
          </p:nvSpPr>
          <p:spPr>
            <a:xfrm>
              <a:off x="9513248" y="6113178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90" name="Rechteck 689">
              <a:extLst>
                <a:ext uri="{FF2B5EF4-FFF2-40B4-BE49-F238E27FC236}">
                  <a16:creationId xmlns:a16="http://schemas.microsoft.com/office/drawing/2014/main" id="{9C3B40D2-DBC2-4607-925A-C5A6F1F8B23D}"/>
                </a:ext>
              </a:extLst>
            </p:cNvPr>
            <p:cNvSpPr/>
            <p:nvPr/>
          </p:nvSpPr>
          <p:spPr>
            <a:xfrm>
              <a:off x="9943079" y="6113178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91" name="Rechteck 690">
              <a:extLst>
                <a:ext uri="{FF2B5EF4-FFF2-40B4-BE49-F238E27FC236}">
                  <a16:creationId xmlns:a16="http://schemas.microsoft.com/office/drawing/2014/main" id="{00AA8F14-2AB5-4F9C-A064-1D0DBC1643CD}"/>
                </a:ext>
              </a:extLst>
            </p:cNvPr>
            <p:cNvSpPr/>
            <p:nvPr/>
          </p:nvSpPr>
          <p:spPr>
            <a:xfrm>
              <a:off x="10373817" y="6113178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WW3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92" name="Rechteck 691">
              <a:extLst>
                <a:ext uri="{FF2B5EF4-FFF2-40B4-BE49-F238E27FC236}">
                  <a16:creationId xmlns:a16="http://schemas.microsoft.com/office/drawing/2014/main" id="{6612EDD5-9B35-4DF0-825B-EB160983FC6D}"/>
                </a:ext>
              </a:extLst>
            </p:cNvPr>
            <p:cNvSpPr/>
            <p:nvPr/>
          </p:nvSpPr>
          <p:spPr>
            <a:xfrm>
              <a:off x="10802686" y="6113178"/>
              <a:ext cx="430379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KW3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93" name="Rechteck 692">
              <a:extLst>
                <a:ext uri="{FF2B5EF4-FFF2-40B4-BE49-F238E27FC236}">
                  <a16:creationId xmlns:a16="http://schemas.microsoft.com/office/drawing/2014/main" id="{022394A0-01DD-4D61-BCE2-B2522F722367}"/>
                </a:ext>
              </a:extLst>
            </p:cNvPr>
            <p:cNvSpPr/>
            <p:nvPr/>
          </p:nvSpPr>
          <p:spPr>
            <a:xfrm>
              <a:off x="8070937" y="6113178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94" name="Rechteck 693">
              <a:extLst>
                <a:ext uri="{FF2B5EF4-FFF2-40B4-BE49-F238E27FC236}">
                  <a16:creationId xmlns:a16="http://schemas.microsoft.com/office/drawing/2014/main" id="{E146E08D-8D84-445F-84D8-6C890B74A17C}"/>
                </a:ext>
              </a:extLst>
            </p:cNvPr>
            <p:cNvSpPr/>
            <p:nvPr/>
          </p:nvSpPr>
          <p:spPr>
            <a:xfrm>
              <a:off x="8361458" y="6113167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695" name="Gerader Verbinder 694">
              <a:extLst>
                <a:ext uri="{FF2B5EF4-FFF2-40B4-BE49-F238E27FC236}">
                  <a16:creationId xmlns:a16="http://schemas.microsoft.com/office/drawing/2014/main" id="{F3B16799-D637-434E-A5D9-BDDA5B134903}"/>
                </a:ext>
              </a:extLst>
            </p:cNvPr>
            <p:cNvCxnSpPr>
              <a:cxnSpLocks/>
            </p:cNvCxnSpPr>
            <p:nvPr/>
          </p:nvCxnSpPr>
          <p:spPr>
            <a:xfrm>
              <a:off x="8500180" y="635523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Gerader Verbinder 695">
              <a:extLst>
                <a:ext uri="{FF2B5EF4-FFF2-40B4-BE49-F238E27FC236}">
                  <a16:creationId xmlns:a16="http://schemas.microsoft.com/office/drawing/2014/main" id="{570639F9-984C-4C26-B3B0-5AB39A9D01F6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21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Gerader Verbinder 696">
              <a:extLst>
                <a:ext uri="{FF2B5EF4-FFF2-40B4-BE49-F238E27FC236}">
                  <a16:creationId xmlns:a16="http://schemas.microsoft.com/office/drawing/2014/main" id="{45F334A3-745B-411A-80BD-04013E2D8A0A}"/>
                </a:ext>
              </a:extLst>
            </p:cNvPr>
            <p:cNvCxnSpPr>
              <a:cxnSpLocks/>
            </p:cNvCxnSpPr>
            <p:nvPr/>
          </p:nvCxnSpPr>
          <p:spPr>
            <a:xfrm>
              <a:off x="9298499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Gerader Verbinder 697">
              <a:extLst>
                <a:ext uri="{FF2B5EF4-FFF2-40B4-BE49-F238E27FC236}">
                  <a16:creationId xmlns:a16="http://schemas.microsoft.com/office/drawing/2014/main" id="{64C31E32-999D-4C8D-8650-3FD83915326C}"/>
                </a:ext>
              </a:extLst>
            </p:cNvPr>
            <p:cNvCxnSpPr>
              <a:cxnSpLocks/>
            </p:cNvCxnSpPr>
            <p:nvPr/>
          </p:nvCxnSpPr>
          <p:spPr>
            <a:xfrm>
              <a:off x="9728956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Gerader Verbinder 698">
              <a:extLst>
                <a:ext uri="{FF2B5EF4-FFF2-40B4-BE49-F238E27FC236}">
                  <a16:creationId xmlns:a16="http://schemas.microsoft.com/office/drawing/2014/main" id="{98833040-ABF3-4429-B811-3FE01BB92F77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734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Gerader Verbinder 699">
              <a:extLst>
                <a:ext uri="{FF2B5EF4-FFF2-40B4-BE49-F238E27FC236}">
                  <a16:creationId xmlns:a16="http://schemas.microsoft.com/office/drawing/2014/main" id="{E03A9099-2B4E-4D71-B641-BA535B59E14F}"/>
                </a:ext>
              </a:extLst>
            </p:cNvPr>
            <p:cNvCxnSpPr>
              <a:cxnSpLocks/>
            </p:cNvCxnSpPr>
            <p:nvPr/>
          </p:nvCxnSpPr>
          <p:spPr>
            <a:xfrm>
              <a:off x="10589525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Gerader Verbinder 700">
              <a:extLst>
                <a:ext uri="{FF2B5EF4-FFF2-40B4-BE49-F238E27FC236}">
                  <a16:creationId xmlns:a16="http://schemas.microsoft.com/office/drawing/2014/main" id="{22F6A4F4-723F-4EF8-B285-0CB606D69387}"/>
                </a:ext>
              </a:extLst>
            </p:cNvPr>
            <p:cNvCxnSpPr>
              <a:cxnSpLocks/>
            </p:cNvCxnSpPr>
            <p:nvPr/>
          </p:nvCxnSpPr>
          <p:spPr>
            <a:xfrm>
              <a:off x="11021303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2" name="Textfeld 701">
              <a:extLst>
                <a:ext uri="{FF2B5EF4-FFF2-40B4-BE49-F238E27FC236}">
                  <a16:creationId xmlns:a16="http://schemas.microsoft.com/office/drawing/2014/main" id="{0E58569E-EC3E-414D-A19B-48729F324902}"/>
                </a:ext>
              </a:extLst>
            </p:cNvPr>
            <p:cNvSpPr txBox="1"/>
            <p:nvPr/>
          </p:nvSpPr>
          <p:spPr>
            <a:xfrm>
              <a:off x="8069363" y="6470804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703" name="Textfeld 702">
              <a:extLst>
                <a:ext uri="{FF2B5EF4-FFF2-40B4-BE49-F238E27FC236}">
                  <a16:creationId xmlns:a16="http://schemas.microsoft.com/office/drawing/2014/main" id="{2476521A-EB1D-4EFA-B393-BE580C7D14D9}"/>
                </a:ext>
              </a:extLst>
            </p:cNvPr>
            <p:cNvSpPr txBox="1"/>
            <p:nvPr/>
          </p:nvSpPr>
          <p:spPr>
            <a:xfrm>
              <a:off x="8349933" y="6470804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</p:grpSp>
      <p:grpSp>
        <p:nvGrpSpPr>
          <p:cNvPr id="704" name="Gruppieren 703">
            <a:extLst>
              <a:ext uri="{FF2B5EF4-FFF2-40B4-BE49-F238E27FC236}">
                <a16:creationId xmlns:a16="http://schemas.microsoft.com/office/drawing/2014/main" id="{E38B55C5-374F-4DEB-A5BB-49E0B0BFC82D}"/>
              </a:ext>
            </a:extLst>
          </p:cNvPr>
          <p:cNvGrpSpPr/>
          <p:nvPr/>
        </p:nvGrpSpPr>
        <p:grpSpPr>
          <a:xfrm>
            <a:off x="4566263" y="2913818"/>
            <a:ext cx="3163702" cy="619247"/>
            <a:chOff x="8069363" y="6113167"/>
            <a:chExt cx="3163702" cy="619247"/>
          </a:xfrm>
        </p:grpSpPr>
        <p:sp>
          <p:nvSpPr>
            <p:cNvPr id="705" name="Rechteck 704">
              <a:extLst>
                <a:ext uri="{FF2B5EF4-FFF2-40B4-BE49-F238E27FC236}">
                  <a16:creationId xmlns:a16="http://schemas.microsoft.com/office/drawing/2014/main" id="{8F09E7E7-C43C-4168-915B-56D3FDF57FFB}"/>
                </a:ext>
              </a:extLst>
            </p:cNvPr>
            <p:cNvSpPr/>
            <p:nvPr/>
          </p:nvSpPr>
          <p:spPr>
            <a:xfrm>
              <a:off x="8652053" y="6113178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706" name="Gerader Verbinder 705">
              <a:extLst>
                <a:ext uri="{FF2B5EF4-FFF2-40B4-BE49-F238E27FC236}">
                  <a16:creationId xmlns:a16="http://schemas.microsoft.com/office/drawing/2014/main" id="{DCBBC53A-D030-423F-9E2D-6F23EF148873}"/>
                </a:ext>
              </a:extLst>
            </p:cNvPr>
            <p:cNvCxnSpPr>
              <a:cxnSpLocks/>
            </p:cNvCxnSpPr>
            <p:nvPr/>
          </p:nvCxnSpPr>
          <p:spPr>
            <a:xfrm>
              <a:off x="8215381" y="635523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7" name="Textfeld 706">
              <a:extLst>
                <a:ext uri="{FF2B5EF4-FFF2-40B4-BE49-F238E27FC236}">
                  <a16:creationId xmlns:a16="http://schemas.microsoft.com/office/drawing/2014/main" id="{95DFA02F-5DED-442D-BC40-0C1A667601F3}"/>
                </a:ext>
              </a:extLst>
            </p:cNvPr>
            <p:cNvSpPr txBox="1"/>
            <p:nvPr/>
          </p:nvSpPr>
          <p:spPr>
            <a:xfrm>
              <a:off x="8734172" y="6470804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708" name="Textfeld 707">
              <a:extLst>
                <a:ext uri="{FF2B5EF4-FFF2-40B4-BE49-F238E27FC236}">
                  <a16:creationId xmlns:a16="http://schemas.microsoft.com/office/drawing/2014/main" id="{4C215B4F-3150-4081-95B9-DF3B1F185679}"/>
                </a:ext>
              </a:extLst>
            </p:cNvPr>
            <p:cNvSpPr txBox="1"/>
            <p:nvPr/>
          </p:nvSpPr>
          <p:spPr>
            <a:xfrm>
              <a:off x="9168528" y="6470804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709" name="Textfeld 708">
              <a:extLst>
                <a:ext uri="{FF2B5EF4-FFF2-40B4-BE49-F238E27FC236}">
                  <a16:creationId xmlns:a16="http://schemas.microsoft.com/office/drawing/2014/main" id="{C70FEB85-AF38-4C1A-822F-942FB4E157CB}"/>
                </a:ext>
              </a:extLst>
            </p:cNvPr>
            <p:cNvSpPr txBox="1"/>
            <p:nvPr/>
          </p:nvSpPr>
          <p:spPr>
            <a:xfrm>
              <a:off x="9598185" y="6470804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710" name="Textfeld 709">
              <a:extLst>
                <a:ext uri="{FF2B5EF4-FFF2-40B4-BE49-F238E27FC236}">
                  <a16:creationId xmlns:a16="http://schemas.microsoft.com/office/drawing/2014/main" id="{1C8B792C-D8A6-40C8-A66E-E0DA482826B1}"/>
                </a:ext>
              </a:extLst>
            </p:cNvPr>
            <p:cNvSpPr txBox="1"/>
            <p:nvPr/>
          </p:nvSpPr>
          <p:spPr>
            <a:xfrm>
              <a:off x="10025212" y="6470804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711" name="Textfeld 710">
              <a:extLst>
                <a:ext uri="{FF2B5EF4-FFF2-40B4-BE49-F238E27FC236}">
                  <a16:creationId xmlns:a16="http://schemas.microsoft.com/office/drawing/2014/main" id="{469E3CA6-8118-404E-9C91-406F9CE776DF}"/>
                </a:ext>
              </a:extLst>
            </p:cNvPr>
            <p:cNvSpPr txBox="1"/>
            <p:nvPr/>
          </p:nvSpPr>
          <p:spPr>
            <a:xfrm>
              <a:off x="10464048" y="6470804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712" name="Textfeld 711">
              <a:extLst>
                <a:ext uri="{FF2B5EF4-FFF2-40B4-BE49-F238E27FC236}">
                  <a16:creationId xmlns:a16="http://schemas.microsoft.com/office/drawing/2014/main" id="{2ED38B88-E7E4-4E78-901E-D9898999F5BD}"/>
                </a:ext>
              </a:extLst>
            </p:cNvPr>
            <p:cNvSpPr txBox="1"/>
            <p:nvPr/>
          </p:nvSpPr>
          <p:spPr>
            <a:xfrm>
              <a:off x="10897648" y="6470804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713" name="Rechteck 712">
              <a:extLst>
                <a:ext uri="{FF2B5EF4-FFF2-40B4-BE49-F238E27FC236}">
                  <a16:creationId xmlns:a16="http://schemas.microsoft.com/office/drawing/2014/main" id="{038E765F-06E0-4A04-B846-F810A6AA4653}"/>
                </a:ext>
              </a:extLst>
            </p:cNvPr>
            <p:cNvSpPr/>
            <p:nvPr/>
          </p:nvSpPr>
          <p:spPr>
            <a:xfrm>
              <a:off x="9082791" y="6113178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14" name="Rechteck 713">
              <a:extLst>
                <a:ext uri="{FF2B5EF4-FFF2-40B4-BE49-F238E27FC236}">
                  <a16:creationId xmlns:a16="http://schemas.microsoft.com/office/drawing/2014/main" id="{84606DDA-F07A-4EA1-A04A-78C310ACA6E1}"/>
                </a:ext>
              </a:extLst>
            </p:cNvPr>
            <p:cNvSpPr/>
            <p:nvPr/>
          </p:nvSpPr>
          <p:spPr>
            <a:xfrm>
              <a:off x="9513248" y="6113178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15" name="Rechteck 714">
              <a:extLst>
                <a:ext uri="{FF2B5EF4-FFF2-40B4-BE49-F238E27FC236}">
                  <a16:creationId xmlns:a16="http://schemas.microsoft.com/office/drawing/2014/main" id="{0D43F85F-A71C-4A3E-96D2-61396873417A}"/>
                </a:ext>
              </a:extLst>
            </p:cNvPr>
            <p:cNvSpPr/>
            <p:nvPr/>
          </p:nvSpPr>
          <p:spPr>
            <a:xfrm>
              <a:off x="9943079" y="6113178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16" name="Rechteck 715">
              <a:extLst>
                <a:ext uri="{FF2B5EF4-FFF2-40B4-BE49-F238E27FC236}">
                  <a16:creationId xmlns:a16="http://schemas.microsoft.com/office/drawing/2014/main" id="{CE812854-87EB-44BD-9B9C-06C7EC7CFEA9}"/>
                </a:ext>
              </a:extLst>
            </p:cNvPr>
            <p:cNvSpPr/>
            <p:nvPr/>
          </p:nvSpPr>
          <p:spPr>
            <a:xfrm>
              <a:off x="10373817" y="611317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17" name="Rechteck 716">
              <a:extLst>
                <a:ext uri="{FF2B5EF4-FFF2-40B4-BE49-F238E27FC236}">
                  <a16:creationId xmlns:a16="http://schemas.microsoft.com/office/drawing/2014/main" id="{3A68A895-B44F-4540-BA2B-FF9E46DD52C2}"/>
                </a:ext>
              </a:extLst>
            </p:cNvPr>
            <p:cNvSpPr/>
            <p:nvPr/>
          </p:nvSpPr>
          <p:spPr>
            <a:xfrm>
              <a:off x="10802686" y="6113178"/>
              <a:ext cx="430379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18" name="Rechteck 717">
              <a:extLst>
                <a:ext uri="{FF2B5EF4-FFF2-40B4-BE49-F238E27FC236}">
                  <a16:creationId xmlns:a16="http://schemas.microsoft.com/office/drawing/2014/main" id="{4670BCC6-AC04-4099-A060-FE6A13923BBB}"/>
                </a:ext>
              </a:extLst>
            </p:cNvPr>
            <p:cNvSpPr/>
            <p:nvPr/>
          </p:nvSpPr>
          <p:spPr>
            <a:xfrm>
              <a:off x="8070937" y="6113178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19" name="Rechteck 718">
              <a:extLst>
                <a:ext uri="{FF2B5EF4-FFF2-40B4-BE49-F238E27FC236}">
                  <a16:creationId xmlns:a16="http://schemas.microsoft.com/office/drawing/2014/main" id="{4AC72580-5513-4810-8F2D-E3C7D3CF2A69}"/>
                </a:ext>
              </a:extLst>
            </p:cNvPr>
            <p:cNvSpPr/>
            <p:nvPr/>
          </p:nvSpPr>
          <p:spPr>
            <a:xfrm>
              <a:off x="8361458" y="6113167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720" name="Gerader Verbinder 719">
              <a:extLst>
                <a:ext uri="{FF2B5EF4-FFF2-40B4-BE49-F238E27FC236}">
                  <a16:creationId xmlns:a16="http://schemas.microsoft.com/office/drawing/2014/main" id="{0C6B061B-835F-4A4B-9E8E-C34146208DDA}"/>
                </a:ext>
              </a:extLst>
            </p:cNvPr>
            <p:cNvCxnSpPr>
              <a:cxnSpLocks/>
            </p:cNvCxnSpPr>
            <p:nvPr/>
          </p:nvCxnSpPr>
          <p:spPr>
            <a:xfrm>
              <a:off x="8500180" y="635523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Gerader Verbinder 720">
              <a:extLst>
                <a:ext uri="{FF2B5EF4-FFF2-40B4-BE49-F238E27FC236}">
                  <a16:creationId xmlns:a16="http://schemas.microsoft.com/office/drawing/2014/main" id="{26678848-90EF-4274-A270-597A306C8EEA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21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Gerader Verbinder 721">
              <a:extLst>
                <a:ext uri="{FF2B5EF4-FFF2-40B4-BE49-F238E27FC236}">
                  <a16:creationId xmlns:a16="http://schemas.microsoft.com/office/drawing/2014/main" id="{7ABD2859-B768-4F43-B28B-432C04FB9D55}"/>
                </a:ext>
              </a:extLst>
            </p:cNvPr>
            <p:cNvCxnSpPr>
              <a:cxnSpLocks/>
            </p:cNvCxnSpPr>
            <p:nvPr/>
          </p:nvCxnSpPr>
          <p:spPr>
            <a:xfrm>
              <a:off x="9298499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Gerader Verbinder 722">
              <a:extLst>
                <a:ext uri="{FF2B5EF4-FFF2-40B4-BE49-F238E27FC236}">
                  <a16:creationId xmlns:a16="http://schemas.microsoft.com/office/drawing/2014/main" id="{7AEFB298-0C24-45EA-869C-D01427B104EA}"/>
                </a:ext>
              </a:extLst>
            </p:cNvPr>
            <p:cNvCxnSpPr>
              <a:cxnSpLocks/>
            </p:cNvCxnSpPr>
            <p:nvPr/>
          </p:nvCxnSpPr>
          <p:spPr>
            <a:xfrm>
              <a:off x="9728956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Gerader Verbinder 723">
              <a:extLst>
                <a:ext uri="{FF2B5EF4-FFF2-40B4-BE49-F238E27FC236}">
                  <a16:creationId xmlns:a16="http://schemas.microsoft.com/office/drawing/2014/main" id="{F3BB1954-FCFE-4496-A11F-73F606B628E7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734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Gerader Verbinder 724">
              <a:extLst>
                <a:ext uri="{FF2B5EF4-FFF2-40B4-BE49-F238E27FC236}">
                  <a16:creationId xmlns:a16="http://schemas.microsoft.com/office/drawing/2014/main" id="{EA0215F2-52E5-4365-8BB6-6A09ECF82E1F}"/>
                </a:ext>
              </a:extLst>
            </p:cNvPr>
            <p:cNvCxnSpPr>
              <a:cxnSpLocks/>
            </p:cNvCxnSpPr>
            <p:nvPr/>
          </p:nvCxnSpPr>
          <p:spPr>
            <a:xfrm>
              <a:off x="10589525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Gerader Verbinder 725">
              <a:extLst>
                <a:ext uri="{FF2B5EF4-FFF2-40B4-BE49-F238E27FC236}">
                  <a16:creationId xmlns:a16="http://schemas.microsoft.com/office/drawing/2014/main" id="{8C545656-4057-4E96-A663-95E1631CCBEE}"/>
                </a:ext>
              </a:extLst>
            </p:cNvPr>
            <p:cNvCxnSpPr>
              <a:cxnSpLocks/>
            </p:cNvCxnSpPr>
            <p:nvPr/>
          </p:nvCxnSpPr>
          <p:spPr>
            <a:xfrm>
              <a:off x="11021303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7" name="Textfeld 726">
              <a:extLst>
                <a:ext uri="{FF2B5EF4-FFF2-40B4-BE49-F238E27FC236}">
                  <a16:creationId xmlns:a16="http://schemas.microsoft.com/office/drawing/2014/main" id="{669FBE78-FEB1-467B-89F0-418F715BE623}"/>
                </a:ext>
              </a:extLst>
            </p:cNvPr>
            <p:cNvSpPr txBox="1"/>
            <p:nvPr/>
          </p:nvSpPr>
          <p:spPr>
            <a:xfrm>
              <a:off x="8069363" y="6470804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728" name="Textfeld 727">
              <a:extLst>
                <a:ext uri="{FF2B5EF4-FFF2-40B4-BE49-F238E27FC236}">
                  <a16:creationId xmlns:a16="http://schemas.microsoft.com/office/drawing/2014/main" id="{BE87DAAD-4701-4374-9B65-9BE5F6C33B1F}"/>
                </a:ext>
              </a:extLst>
            </p:cNvPr>
            <p:cNvSpPr txBox="1"/>
            <p:nvPr/>
          </p:nvSpPr>
          <p:spPr>
            <a:xfrm>
              <a:off x="8349933" y="6470804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</p:grpSp>
      <p:grpSp>
        <p:nvGrpSpPr>
          <p:cNvPr id="729" name="Gruppieren 728">
            <a:extLst>
              <a:ext uri="{FF2B5EF4-FFF2-40B4-BE49-F238E27FC236}">
                <a16:creationId xmlns:a16="http://schemas.microsoft.com/office/drawing/2014/main" id="{0963D575-1C50-40BD-89A1-A8182FEB3794}"/>
              </a:ext>
            </a:extLst>
          </p:cNvPr>
          <p:cNvGrpSpPr/>
          <p:nvPr/>
        </p:nvGrpSpPr>
        <p:grpSpPr>
          <a:xfrm>
            <a:off x="4563616" y="3689168"/>
            <a:ext cx="3163702" cy="619247"/>
            <a:chOff x="8069363" y="6113167"/>
            <a:chExt cx="3163702" cy="619247"/>
          </a:xfrm>
        </p:grpSpPr>
        <p:sp>
          <p:nvSpPr>
            <p:cNvPr id="730" name="Rechteck 729">
              <a:extLst>
                <a:ext uri="{FF2B5EF4-FFF2-40B4-BE49-F238E27FC236}">
                  <a16:creationId xmlns:a16="http://schemas.microsoft.com/office/drawing/2014/main" id="{F8383F6E-D023-47CD-8398-50C06ABAAA4C}"/>
                </a:ext>
              </a:extLst>
            </p:cNvPr>
            <p:cNvSpPr/>
            <p:nvPr/>
          </p:nvSpPr>
          <p:spPr>
            <a:xfrm>
              <a:off x="8652053" y="6113178"/>
              <a:ext cx="431417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731" name="Gerader Verbinder 730">
              <a:extLst>
                <a:ext uri="{FF2B5EF4-FFF2-40B4-BE49-F238E27FC236}">
                  <a16:creationId xmlns:a16="http://schemas.microsoft.com/office/drawing/2014/main" id="{E6668AAE-EEF0-4F96-B029-A6B533DD26CC}"/>
                </a:ext>
              </a:extLst>
            </p:cNvPr>
            <p:cNvCxnSpPr>
              <a:cxnSpLocks/>
            </p:cNvCxnSpPr>
            <p:nvPr/>
          </p:nvCxnSpPr>
          <p:spPr>
            <a:xfrm>
              <a:off x="8215381" y="635523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2" name="Textfeld 731">
              <a:extLst>
                <a:ext uri="{FF2B5EF4-FFF2-40B4-BE49-F238E27FC236}">
                  <a16:creationId xmlns:a16="http://schemas.microsoft.com/office/drawing/2014/main" id="{D83582DB-C409-4D29-B99E-2AA6A3F6F361}"/>
                </a:ext>
              </a:extLst>
            </p:cNvPr>
            <p:cNvSpPr txBox="1"/>
            <p:nvPr/>
          </p:nvSpPr>
          <p:spPr>
            <a:xfrm>
              <a:off x="8734172" y="6470804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733" name="Textfeld 732">
              <a:extLst>
                <a:ext uri="{FF2B5EF4-FFF2-40B4-BE49-F238E27FC236}">
                  <a16:creationId xmlns:a16="http://schemas.microsoft.com/office/drawing/2014/main" id="{6B52362D-06C3-4BAD-B7BC-14516638A951}"/>
                </a:ext>
              </a:extLst>
            </p:cNvPr>
            <p:cNvSpPr txBox="1"/>
            <p:nvPr/>
          </p:nvSpPr>
          <p:spPr>
            <a:xfrm>
              <a:off x="9168528" y="6470804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734" name="Textfeld 733">
              <a:extLst>
                <a:ext uri="{FF2B5EF4-FFF2-40B4-BE49-F238E27FC236}">
                  <a16:creationId xmlns:a16="http://schemas.microsoft.com/office/drawing/2014/main" id="{5834DA79-BB2F-4C36-9317-C46F4B50B8F2}"/>
                </a:ext>
              </a:extLst>
            </p:cNvPr>
            <p:cNvSpPr txBox="1"/>
            <p:nvPr/>
          </p:nvSpPr>
          <p:spPr>
            <a:xfrm>
              <a:off x="9598185" y="6470804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735" name="Textfeld 734">
              <a:extLst>
                <a:ext uri="{FF2B5EF4-FFF2-40B4-BE49-F238E27FC236}">
                  <a16:creationId xmlns:a16="http://schemas.microsoft.com/office/drawing/2014/main" id="{3E070240-467D-40DC-93FF-414CF466BFD4}"/>
                </a:ext>
              </a:extLst>
            </p:cNvPr>
            <p:cNvSpPr txBox="1"/>
            <p:nvPr/>
          </p:nvSpPr>
          <p:spPr>
            <a:xfrm>
              <a:off x="10025212" y="6470804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1030" name="Textfeld 1029">
              <a:extLst>
                <a:ext uri="{FF2B5EF4-FFF2-40B4-BE49-F238E27FC236}">
                  <a16:creationId xmlns:a16="http://schemas.microsoft.com/office/drawing/2014/main" id="{59981670-D604-46BE-80F1-43FF962FC1A1}"/>
                </a:ext>
              </a:extLst>
            </p:cNvPr>
            <p:cNvSpPr txBox="1"/>
            <p:nvPr/>
          </p:nvSpPr>
          <p:spPr>
            <a:xfrm>
              <a:off x="10464048" y="6470804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1031" name="Textfeld 1030">
              <a:extLst>
                <a:ext uri="{FF2B5EF4-FFF2-40B4-BE49-F238E27FC236}">
                  <a16:creationId xmlns:a16="http://schemas.microsoft.com/office/drawing/2014/main" id="{A12B19F8-CA68-4ECB-B6C7-816E0931C207}"/>
                </a:ext>
              </a:extLst>
            </p:cNvPr>
            <p:cNvSpPr txBox="1"/>
            <p:nvPr/>
          </p:nvSpPr>
          <p:spPr>
            <a:xfrm>
              <a:off x="10897648" y="6470804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1032" name="Rechteck 1031">
              <a:extLst>
                <a:ext uri="{FF2B5EF4-FFF2-40B4-BE49-F238E27FC236}">
                  <a16:creationId xmlns:a16="http://schemas.microsoft.com/office/drawing/2014/main" id="{AE06F0A9-988D-459F-997C-B5F04AB421FF}"/>
                </a:ext>
              </a:extLst>
            </p:cNvPr>
            <p:cNvSpPr/>
            <p:nvPr/>
          </p:nvSpPr>
          <p:spPr>
            <a:xfrm>
              <a:off x="9082791" y="6113178"/>
              <a:ext cx="431417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33" name="Rechteck 1032">
              <a:extLst>
                <a:ext uri="{FF2B5EF4-FFF2-40B4-BE49-F238E27FC236}">
                  <a16:creationId xmlns:a16="http://schemas.microsoft.com/office/drawing/2014/main" id="{04A7A58A-8DDF-445F-8E5F-41F2684F3EEE}"/>
                </a:ext>
              </a:extLst>
            </p:cNvPr>
            <p:cNvSpPr/>
            <p:nvPr/>
          </p:nvSpPr>
          <p:spPr>
            <a:xfrm>
              <a:off x="9513248" y="6113178"/>
              <a:ext cx="431417" cy="2402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34" name="Rechteck 1033">
              <a:extLst>
                <a:ext uri="{FF2B5EF4-FFF2-40B4-BE49-F238E27FC236}">
                  <a16:creationId xmlns:a16="http://schemas.microsoft.com/office/drawing/2014/main" id="{012FE47A-0E11-46C0-B86A-84E2F1A64370}"/>
                </a:ext>
              </a:extLst>
            </p:cNvPr>
            <p:cNvSpPr/>
            <p:nvPr/>
          </p:nvSpPr>
          <p:spPr>
            <a:xfrm>
              <a:off x="9943079" y="6113178"/>
              <a:ext cx="431417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35" name="Rechteck 1034">
              <a:extLst>
                <a:ext uri="{FF2B5EF4-FFF2-40B4-BE49-F238E27FC236}">
                  <a16:creationId xmlns:a16="http://schemas.microsoft.com/office/drawing/2014/main" id="{676AB64E-424F-4E9A-9F6D-C720F078815B}"/>
                </a:ext>
              </a:extLst>
            </p:cNvPr>
            <p:cNvSpPr/>
            <p:nvPr/>
          </p:nvSpPr>
          <p:spPr>
            <a:xfrm>
              <a:off x="10373817" y="6113178"/>
              <a:ext cx="431417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36" name="Rechteck 1035">
              <a:extLst>
                <a:ext uri="{FF2B5EF4-FFF2-40B4-BE49-F238E27FC236}">
                  <a16:creationId xmlns:a16="http://schemas.microsoft.com/office/drawing/2014/main" id="{5C66E803-F118-4920-AB98-06D0EAD20FF5}"/>
                </a:ext>
              </a:extLst>
            </p:cNvPr>
            <p:cNvSpPr/>
            <p:nvPr/>
          </p:nvSpPr>
          <p:spPr>
            <a:xfrm>
              <a:off x="10802686" y="6113178"/>
              <a:ext cx="430379" cy="2402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37" name="Rechteck 1036">
              <a:extLst>
                <a:ext uri="{FF2B5EF4-FFF2-40B4-BE49-F238E27FC236}">
                  <a16:creationId xmlns:a16="http://schemas.microsoft.com/office/drawing/2014/main" id="{8216D5F2-1E46-4D90-AE34-DD6BF324FA8B}"/>
                </a:ext>
              </a:extLst>
            </p:cNvPr>
            <p:cNvSpPr/>
            <p:nvPr/>
          </p:nvSpPr>
          <p:spPr>
            <a:xfrm>
              <a:off x="8070937" y="6113178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38" name="Rechteck 1037">
              <a:extLst>
                <a:ext uri="{FF2B5EF4-FFF2-40B4-BE49-F238E27FC236}">
                  <a16:creationId xmlns:a16="http://schemas.microsoft.com/office/drawing/2014/main" id="{232FD3FE-1AE0-4AEE-B5DB-954EDF3FE061}"/>
                </a:ext>
              </a:extLst>
            </p:cNvPr>
            <p:cNvSpPr/>
            <p:nvPr/>
          </p:nvSpPr>
          <p:spPr>
            <a:xfrm>
              <a:off x="8361458" y="6113167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039" name="Gerader Verbinder 1038">
              <a:extLst>
                <a:ext uri="{FF2B5EF4-FFF2-40B4-BE49-F238E27FC236}">
                  <a16:creationId xmlns:a16="http://schemas.microsoft.com/office/drawing/2014/main" id="{39FB0ED3-6D9A-4720-BFB2-517741A1D33D}"/>
                </a:ext>
              </a:extLst>
            </p:cNvPr>
            <p:cNvCxnSpPr>
              <a:cxnSpLocks/>
            </p:cNvCxnSpPr>
            <p:nvPr/>
          </p:nvCxnSpPr>
          <p:spPr>
            <a:xfrm>
              <a:off x="8500180" y="635523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Gerader Verbinder 1039">
              <a:extLst>
                <a:ext uri="{FF2B5EF4-FFF2-40B4-BE49-F238E27FC236}">
                  <a16:creationId xmlns:a16="http://schemas.microsoft.com/office/drawing/2014/main" id="{11CEF61C-10B1-40EA-8FDE-D7E92CB6B0AE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21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Gerader Verbinder 1040">
              <a:extLst>
                <a:ext uri="{FF2B5EF4-FFF2-40B4-BE49-F238E27FC236}">
                  <a16:creationId xmlns:a16="http://schemas.microsoft.com/office/drawing/2014/main" id="{39A64870-ED65-47E4-98FB-54D279F0A383}"/>
                </a:ext>
              </a:extLst>
            </p:cNvPr>
            <p:cNvCxnSpPr>
              <a:cxnSpLocks/>
            </p:cNvCxnSpPr>
            <p:nvPr/>
          </p:nvCxnSpPr>
          <p:spPr>
            <a:xfrm>
              <a:off x="9298499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Gerader Verbinder 1041">
              <a:extLst>
                <a:ext uri="{FF2B5EF4-FFF2-40B4-BE49-F238E27FC236}">
                  <a16:creationId xmlns:a16="http://schemas.microsoft.com/office/drawing/2014/main" id="{5A055E0D-7FF1-4A63-8B93-6CA2A21813A0}"/>
                </a:ext>
              </a:extLst>
            </p:cNvPr>
            <p:cNvCxnSpPr>
              <a:cxnSpLocks/>
            </p:cNvCxnSpPr>
            <p:nvPr/>
          </p:nvCxnSpPr>
          <p:spPr>
            <a:xfrm>
              <a:off x="9728956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Gerader Verbinder 1042">
              <a:extLst>
                <a:ext uri="{FF2B5EF4-FFF2-40B4-BE49-F238E27FC236}">
                  <a16:creationId xmlns:a16="http://schemas.microsoft.com/office/drawing/2014/main" id="{19C0FF6B-1C18-410F-B3C8-FC2E7CEB70EE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734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Gerader Verbinder 1043">
              <a:extLst>
                <a:ext uri="{FF2B5EF4-FFF2-40B4-BE49-F238E27FC236}">
                  <a16:creationId xmlns:a16="http://schemas.microsoft.com/office/drawing/2014/main" id="{AFB8D0C2-06A2-498B-BFE4-862DF0BECEBB}"/>
                </a:ext>
              </a:extLst>
            </p:cNvPr>
            <p:cNvCxnSpPr>
              <a:cxnSpLocks/>
            </p:cNvCxnSpPr>
            <p:nvPr/>
          </p:nvCxnSpPr>
          <p:spPr>
            <a:xfrm>
              <a:off x="10589525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Gerader Verbinder 1044">
              <a:extLst>
                <a:ext uri="{FF2B5EF4-FFF2-40B4-BE49-F238E27FC236}">
                  <a16:creationId xmlns:a16="http://schemas.microsoft.com/office/drawing/2014/main" id="{D68E2924-D9B8-4EB9-9A74-37013C1DEE65}"/>
                </a:ext>
              </a:extLst>
            </p:cNvPr>
            <p:cNvCxnSpPr>
              <a:cxnSpLocks/>
            </p:cNvCxnSpPr>
            <p:nvPr/>
          </p:nvCxnSpPr>
          <p:spPr>
            <a:xfrm>
              <a:off x="11021303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6" name="Textfeld 1045">
              <a:extLst>
                <a:ext uri="{FF2B5EF4-FFF2-40B4-BE49-F238E27FC236}">
                  <a16:creationId xmlns:a16="http://schemas.microsoft.com/office/drawing/2014/main" id="{700B89CB-EE7B-4BC7-99E8-2B6673EA2AAC}"/>
                </a:ext>
              </a:extLst>
            </p:cNvPr>
            <p:cNvSpPr txBox="1"/>
            <p:nvPr/>
          </p:nvSpPr>
          <p:spPr>
            <a:xfrm>
              <a:off x="8069363" y="6470804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1047" name="Textfeld 1046">
              <a:extLst>
                <a:ext uri="{FF2B5EF4-FFF2-40B4-BE49-F238E27FC236}">
                  <a16:creationId xmlns:a16="http://schemas.microsoft.com/office/drawing/2014/main" id="{942ACF28-838A-4B76-A7CE-5E9B6F1875AE}"/>
                </a:ext>
              </a:extLst>
            </p:cNvPr>
            <p:cNvSpPr txBox="1"/>
            <p:nvPr/>
          </p:nvSpPr>
          <p:spPr>
            <a:xfrm>
              <a:off x="8349933" y="6470804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</p:grpSp>
      <p:grpSp>
        <p:nvGrpSpPr>
          <p:cNvPr id="1048" name="Gruppieren 1047">
            <a:extLst>
              <a:ext uri="{FF2B5EF4-FFF2-40B4-BE49-F238E27FC236}">
                <a16:creationId xmlns:a16="http://schemas.microsoft.com/office/drawing/2014/main" id="{C83BFFDB-E97C-49B4-9B29-26919EBF5E06}"/>
              </a:ext>
            </a:extLst>
          </p:cNvPr>
          <p:cNvGrpSpPr/>
          <p:nvPr/>
        </p:nvGrpSpPr>
        <p:grpSpPr>
          <a:xfrm>
            <a:off x="4578856" y="4478923"/>
            <a:ext cx="3163702" cy="619247"/>
            <a:chOff x="8069363" y="6113167"/>
            <a:chExt cx="3163702" cy="619247"/>
          </a:xfrm>
        </p:grpSpPr>
        <p:sp>
          <p:nvSpPr>
            <p:cNvPr id="1049" name="Rechteck 1048">
              <a:extLst>
                <a:ext uri="{FF2B5EF4-FFF2-40B4-BE49-F238E27FC236}">
                  <a16:creationId xmlns:a16="http://schemas.microsoft.com/office/drawing/2014/main" id="{34ED1DDC-C794-44AE-A965-7A2D9B897A84}"/>
                </a:ext>
              </a:extLst>
            </p:cNvPr>
            <p:cNvSpPr/>
            <p:nvPr/>
          </p:nvSpPr>
          <p:spPr>
            <a:xfrm>
              <a:off x="8652053" y="6113178"/>
              <a:ext cx="431417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050" name="Gerader Verbinder 1049">
              <a:extLst>
                <a:ext uri="{FF2B5EF4-FFF2-40B4-BE49-F238E27FC236}">
                  <a16:creationId xmlns:a16="http://schemas.microsoft.com/office/drawing/2014/main" id="{3230578B-B6E7-4D6F-9D64-0DCD390E0AAB}"/>
                </a:ext>
              </a:extLst>
            </p:cNvPr>
            <p:cNvCxnSpPr>
              <a:cxnSpLocks/>
            </p:cNvCxnSpPr>
            <p:nvPr/>
          </p:nvCxnSpPr>
          <p:spPr>
            <a:xfrm>
              <a:off x="8215381" y="635523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1" name="Textfeld 1050">
              <a:extLst>
                <a:ext uri="{FF2B5EF4-FFF2-40B4-BE49-F238E27FC236}">
                  <a16:creationId xmlns:a16="http://schemas.microsoft.com/office/drawing/2014/main" id="{888CF844-4780-4A79-9A9C-6CB1B787CDD8}"/>
                </a:ext>
              </a:extLst>
            </p:cNvPr>
            <p:cNvSpPr txBox="1"/>
            <p:nvPr/>
          </p:nvSpPr>
          <p:spPr>
            <a:xfrm>
              <a:off x="8734172" y="6470804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1052" name="Textfeld 1051">
              <a:extLst>
                <a:ext uri="{FF2B5EF4-FFF2-40B4-BE49-F238E27FC236}">
                  <a16:creationId xmlns:a16="http://schemas.microsoft.com/office/drawing/2014/main" id="{7CB0E486-033F-4704-887D-60E2DCA53F2C}"/>
                </a:ext>
              </a:extLst>
            </p:cNvPr>
            <p:cNvSpPr txBox="1"/>
            <p:nvPr/>
          </p:nvSpPr>
          <p:spPr>
            <a:xfrm>
              <a:off x="9168528" y="6470804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1053" name="Textfeld 1052">
              <a:extLst>
                <a:ext uri="{FF2B5EF4-FFF2-40B4-BE49-F238E27FC236}">
                  <a16:creationId xmlns:a16="http://schemas.microsoft.com/office/drawing/2014/main" id="{78210D22-6230-4270-A93A-31D361259C5B}"/>
                </a:ext>
              </a:extLst>
            </p:cNvPr>
            <p:cNvSpPr txBox="1"/>
            <p:nvPr/>
          </p:nvSpPr>
          <p:spPr>
            <a:xfrm>
              <a:off x="9598185" y="6470804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1054" name="Textfeld 1053">
              <a:extLst>
                <a:ext uri="{FF2B5EF4-FFF2-40B4-BE49-F238E27FC236}">
                  <a16:creationId xmlns:a16="http://schemas.microsoft.com/office/drawing/2014/main" id="{A80D399B-3318-4FC2-8124-0D8D9727A065}"/>
                </a:ext>
              </a:extLst>
            </p:cNvPr>
            <p:cNvSpPr txBox="1"/>
            <p:nvPr/>
          </p:nvSpPr>
          <p:spPr>
            <a:xfrm>
              <a:off x="10025212" y="6470804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1079" name="Textfeld 1078">
              <a:extLst>
                <a:ext uri="{FF2B5EF4-FFF2-40B4-BE49-F238E27FC236}">
                  <a16:creationId xmlns:a16="http://schemas.microsoft.com/office/drawing/2014/main" id="{71B5AD18-DCB5-46CA-92EC-2D0F3B403A3B}"/>
                </a:ext>
              </a:extLst>
            </p:cNvPr>
            <p:cNvSpPr txBox="1"/>
            <p:nvPr/>
          </p:nvSpPr>
          <p:spPr>
            <a:xfrm>
              <a:off x="10464048" y="6470804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1080" name="Textfeld 1079">
              <a:extLst>
                <a:ext uri="{FF2B5EF4-FFF2-40B4-BE49-F238E27FC236}">
                  <a16:creationId xmlns:a16="http://schemas.microsoft.com/office/drawing/2014/main" id="{27622723-CC97-4FB4-9139-D38BCF8C7C05}"/>
                </a:ext>
              </a:extLst>
            </p:cNvPr>
            <p:cNvSpPr txBox="1"/>
            <p:nvPr/>
          </p:nvSpPr>
          <p:spPr>
            <a:xfrm>
              <a:off x="10897648" y="6470804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1081" name="Rechteck 1080">
              <a:extLst>
                <a:ext uri="{FF2B5EF4-FFF2-40B4-BE49-F238E27FC236}">
                  <a16:creationId xmlns:a16="http://schemas.microsoft.com/office/drawing/2014/main" id="{D0396A9A-020C-48E6-A0E2-421B2ADD3F46}"/>
                </a:ext>
              </a:extLst>
            </p:cNvPr>
            <p:cNvSpPr/>
            <p:nvPr/>
          </p:nvSpPr>
          <p:spPr>
            <a:xfrm>
              <a:off x="9082791" y="6113178"/>
              <a:ext cx="431417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82" name="Rechteck 1081">
              <a:extLst>
                <a:ext uri="{FF2B5EF4-FFF2-40B4-BE49-F238E27FC236}">
                  <a16:creationId xmlns:a16="http://schemas.microsoft.com/office/drawing/2014/main" id="{FCE2E29F-8488-4910-AE5E-EF3C86EEBF2B}"/>
                </a:ext>
              </a:extLst>
            </p:cNvPr>
            <p:cNvSpPr/>
            <p:nvPr/>
          </p:nvSpPr>
          <p:spPr>
            <a:xfrm>
              <a:off x="9513248" y="6113178"/>
              <a:ext cx="431417" cy="2402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83" name="Rechteck 1082">
              <a:extLst>
                <a:ext uri="{FF2B5EF4-FFF2-40B4-BE49-F238E27FC236}">
                  <a16:creationId xmlns:a16="http://schemas.microsoft.com/office/drawing/2014/main" id="{20B2F3B2-C24C-4183-A7FB-C328ED16F28A}"/>
                </a:ext>
              </a:extLst>
            </p:cNvPr>
            <p:cNvSpPr/>
            <p:nvPr/>
          </p:nvSpPr>
          <p:spPr>
            <a:xfrm>
              <a:off x="9943079" y="6113178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84" name="Rechteck 1083">
              <a:extLst>
                <a:ext uri="{FF2B5EF4-FFF2-40B4-BE49-F238E27FC236}">
                  <a16:creationId xmlns:a16="http://schemas.microsoft.com/office/drawing/2014/main" id="{97ECF213-47A6-4854-AB46-43A45497B362}"/>
                </a:ext>
              </a:extLst>
            </p:cNvPr>
            <p:cNvSpPr/>
            <p:nvPr/>
          </p:nvSpPr>
          <p:spPr>
            <a:xfrm>
              <a:off x="10373817" y="6113178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85" name="Rechteck 1084">
              <a:extLst>
                <a:ext uri="{FF2B5EF4-FFF2-40B4-BE49-F238E27FC236}">
                  <a16:creationId xmlns:a16="http://schemas.microsoft.com/office/drawing/2014/main" id="{F10EB86C-B9E6-4374-8CEC-15C20F42C736}"/>
                </a:ext>
              </a:extLst>
            </p:cNvPr>
            <p:cNvSpPr/>
            <p:nvPr/>
          </p:nvSpPr>
          <p:spPr>
            <a:xfrm>
              <a:off x="10802686" y="6113178"/>
              <a:ext cx="430379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86" name="Rechteck 1085">
              <a:extLst>
                <a:ext uri="{FF2B5EF4-FFF2-40B4-BE49-F238E27FC236}">
                  <a16:creationId xmlns:a16="http://schemas.microsoft.com/office/drawing/2014/main" id="{BBF805F8-57B2-48BA-8979-B2C1A5CF38D6}"/>
                </a:ext>
              </a:extLst>
            </p:cNvPr>
            <p:cNvSpPr/>
            <p:nvPr/>
          </p:nvSpPr>
          <p:spPr>
            <a:xfrm>
              <a:off x="8070937" y="6113178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87" name="Rechteck 1086">
              <a:extLst>
                <a:ext uri="{FF2B5EF4-FFF2-40B4-BE49-F238E27FC236}">
                  <a16:creationId xmlns:a16="http://schemas.microsoft.com/office/drawing/2014/main" id="{ACF1F77A-FC73-423C-9FD7-ADC2397B3EFC}"/>
                </a:ext>
              </a:extLst>
            </p:cNvPr>
            <p:cNvSpPr/>
            <p:nvPr/>
          </p:nvSpPr>
          <p:spPr>
            <a:xfrm>
              <a:off x="8361458" y="6113167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088" name="Gerader Verbinder 1087">
              <a:extLst>
                <a:ext uri="{FF2B5EF4-FFF2-40B4-BE49-F238E27FC236}">
                  <a16:creationId xmlns:a16="http://schemas.microsoft.com/office/drawing/2014/main" id="{53E6C2A5-4EF8-443E-8A8E-1D13DDCD4408}"/>
                </a:ext>
              </a:extLst>
            </p:cNvPr>
            <p:cNvCxnSpPr>
              <a:cxnSpLocks/>
            </p:cNvCxnSpPr>
            <p:nvPr/>
          </p:nvCxnSpPr>
          <p:spPr>
            <a:xfrm>
              <a:off x="8500180" y="635523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Gerader Verbinder 1088">
              <a:extLst>
                <a:ext uri="{FF2B5EF4-FFF2-40B4-BE49-F238E27FC236}">
                  <a16:creationId xmlns:a16="http://schemas.microsoft.com/office/drawing/2014/main" id="{F209BE5D-1610-4513-9B98-4C133F696A73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21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Gerader Verbinder 1089">
              <a:extLst>
                <a:ext uri="{FF2B5EF4-FFF2-40B4-BE49-F238E27FC236}">
                  <a16:creationId xmlns:a16="http://schemas.microsoft.com/office/drawing/2014/main" id="{DA848E9A-20D3-4FF7-ACF9-8749DC5EC2EE}"/>
                </a:ext>
              </a:extLst>
            </p:cNvPr>
            <p:cNvCxnSpPr>
              <a:cxnSpLocks/>
            </p:cNvCxnSpPr>
            <p:nvPr/>
          </p:nvCxnSpPr>
          <p:spPr>
            <a:xfrm>
              <a:off x="9298499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Gerader Verbinder 1090">
              <a:extLst>
                <a:ext uri="{FF2B5EF4-FFF2-40B4-BE49-F238E27FC236}">
                  <a16:creationId xmlns:a16="http://schemas.microsoft.com/office/drawing/2014/main" id="{F704B185-C80D-4C1A-8FEB-CD7AF711B26C}"/>
                </a:ext>
              </a:extLst>
            </p:cNvPr>
            <p:cNvCxnSpPr>
              <a:cxnSpLocks/>
            </p:cNvCxnSpPr>
            <p:nvPr/>
          </p:nvCxnSpPr>
          <p:spPr>
            <a:xfrm>
              <a:off x="9728956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2" name="Gerader Verbinder 1091">
              <a:extLst>
                <a:ext uri="{FF2B5EF4-FFF2-40B4-BE49-F238E27FC236}">
                  <a16:creationId xmlns:a16="http://schemas.microsoft.com/office/drawing/2014/main" id="{E0CC6C29-76BA-45D7-AEB9-AAD377C204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734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3" name="Gerader Verbinder 1092">
              <a:extLst>
                <a:ext uri="{FF2B5EF4-FFF2-40B4-BE49-F238E27FC236}">
                  <a16:creationId xmlns:a16="http://schemas.microsoft.com/office/drawing/2014/main" id="{68EEE806-DA50-499C-8BAD-56A0C3D71022}"/>
                </a:ext>
              </a:extLst>
            </p:cNvPr>
            <p:cNvCxnSpPr>
              <a:cxnSpLocks/>
            </p:cNvCxnSpPr>
            <p:nvPr/>
          </p:nvCxnSpPr>
          <p:spPr>
            <a:xfrm>
              <a:off x="10589525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4" name="Gerader Verbinder 1093">
              <a:extLst>
                <a:ext uri="{FF2B5EF4-FFF2-40B4-BE49-F238E27FC236}">
                  <a16:creationId xmlns:a16="http://schemas.microsoft.com/office/drawing/2014/main" id="{D43F0306-EA8B-4404-9311-AC6F882F6674}"/>
                </a:ext>
              </a:extLst>
            </p:cNvPr>
            <p:cNvCxnSpPr>
              <a:cxnSpLocks/>
            </p:cNvCxnSpPr>
            <p:nvPr/>
          </p:nvCxnSpPr>
          <p:spPr>
            <a:xfrm>
              <a:off x="11021303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5" name="Textfeld 1094">
              <a:extLst>
                <a:ext uri="{FF2B5EF4-FFF2-40B4-BE49-F238E27FC236}">
                  <a16:creationId xmlns:a16="http://schemas.microsoft.com/office/drawing/2014/main" id="{9A2CDB28-19B2-454A-8F29-8EDBF6CC44BC}"/>
                </a:ext>
              </a:extLst>
            </p:cNvPr>
            <p:cNvSpPr txBox="1"/>
            <p:nvPr/>
          </p:nvSpPr>
          <p:spPr>
            <a:xfrm>
              <a:off x="8069363" y="6470804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1096" name="Textfeld 1095">
              <a:extLst>
                <a:ext uri="{FF2B5EF4-FFF2-40B4-BE49-F238E27FC236}">
                  <a16:creationId xmlns:a16="http://schemas.microsoft.com/office/drawing/2014/main" id="{B65334BD-8B97-42A9-83E1-E93FEC0D1E73}"/>
                </a:ext>
              </a:extLst>
            </p:cNvPr>
            <p:cNvSpPr txBox="1"/>
            <p:nvPr/>
          </p:nvSpPr>
          <p:spPr>
            <a:xfrm>
              <a:off x="8349933" y="6470804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</p:grpSp>
      <p:grpSp>
        <p:nvGrpSpPr>
          <p:cNvPr id="1097" name="Gruppieren 1096">
            <a:extLst>
              <a:ext uri="{FF2B5EF4-FFF2-40B4-BE49-F238E27FC236}">
                <a16:creationId xmlns:a16="http://schemas.microsoft.com/office/drawing/2014/main" id="{BB02969A-DA41-42BD-BFC8-2F1554E2BAC8}"/>
              </a:ext>
            </a:extLst>
          </p:cNvPr>
          <p:cNvGrpSpPr/>
          <p:nvPr/>
        </p:nvGrpSpPr>
        <p:grpSpPr>
          <a:xfrm>
            <a:off x="4563616" y="5316691"/>
            <a:ext cx="3163702" cy="619247"/>
            <a:chOff x="8069363" y="6113167"/>
            <a:chExt cx="3163702" cy="619247"/>
          </a:xfrm>
        </p:grpSpPr>
        <p:sp>
          <p:nvSpPr>
            <p:cNvPr id="1098" name="Rechteck 1097">
              <a:extLst>
                <a:ext uri="{FF2B5EF4-FFF2-40B4-BE49-F238E27FC236}">
                  <a16:creationId xmlns:a16="http://schemas.microsoft.com/office/drawing/2014/main" id="{488FF5B7-E43F-4EDE-8499-35A0C29B5CDF}"/>
                </a:ext>
              </a:extLst>
            </p:cNvPr>
            <p:cNvSpPr/>
            <p:nvPr/>
          </p:nvSpPr>
          <p:spPr>
            <a:xfrm>
              <a:off x="8652053" y="6113178"/>
              <a:ext cx="431417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099" name="Gerader Verbinder 1098">
              <a:extLst>
                <a:ext uri="{FF2B5EF4-FFF2-40B4-BE49-F238E27FC236}">
                  <a16:creationId xmlns:a16="http://schemas.microsoft.com/office/drawing/2014/main" id="{F04B7978-B604-4B81-98DE-1BEE80A6E26E}"/>
                </a:ext>
              </a:extLst>
            </p:cNvPr>
            <p:cNvCxnSpPr>
              <a:cxnSpLocks/>
            </p:cNvCxnSpPr>
            <p:nvPr/>
          </p:nvCxnSpPr>
          <p:spPr>
            <a:xfrm>
              <a:off x="8215381" y="635523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0" name="Textfeld 1099">
              <a:extLst>
                <a:ext uri="{FF2B5EF4-FFF2-40B4-BE49-F238E27FC236}">
                  <a16:creationId xmlns:a16="http://schemas.microsoft.com/office/drawing/2014/main" id="{67F4D66B-8E8B-48A2-B991-D72B50F70EBD}"/>
                </a:ext>
              </a:extLst>
            </p:cNvPr>
            <p:cNvSpPr txBox="1"/>
            <p:nvPr/>
          </p:nvSpPr>
          <p:spPr>
            <a:xfrm>
              <a:off x="8734172" y="6470804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1101" name="Textfeld 1100">
              <a:extLst>
                <a:ext uri="{FF2B5EF4-FFF2-40B4-BE49-F238E27FC236}">
                  <a16:creationId xmlns:a16="http://schemas.microsoft.com/office/drawing/2014/main" id="{5C64DDDE-8978-42D3-885E-782A85A925F2}"/>
                </a:ext>
              </a:extLst>
            </p:cNvPr>
            <p:cNvSpPr txBox="1"/>
            <p:nvPr/>
          </p:nvSpPr>
          <p:spPr>
            <a:xfrm>
              <a:off x="9168528" y="6470804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1102" name="Textfeld 1101">
              <a:extLst>
                <a:ext uri="{FF2B5EF4-FFF2-40B4-BE49-F238E27FC236}">
                  <a16:creationId xmlns:a16="http://schemas.microsoft.com/office/drawing/2014/main" id="{44A9434F-8C3F-4F32-9658-0E4C5A7B33B6}"/>
                </a:ext>
              </a:extLst>
            </p:cNvPr>
            <p:cNvSpPr txBox="1"/>
            <p:nvPr/>
          </p:nvSpPr>
          <p:spPr>
            <a:xfrm>
              <a:off x="9598185" y="6470804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1103" name="Textfeld 1102">
              <a:extLst>
                <a:ext uri="{FF2B5EF4-FFF2-40B4-BE49-F238E27FC236}">
                  <a16:creationId xmlns:a16="http://schemas.microsoft.com/office/drawing/2014/main" id="{FD895F76-B33A-45E5-AEF9-F83F327EC292}"/>
                </a:ext>
              </a:extLst>
            </p:cNvPr>
            <p:cNvSpPr txBox="1"/>
            <p:nvPr/>
          </p:nvSpPr>
          <p:spPr>
            <a:xfrm>
              <a:off x="10025212" y="6470804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1104" name="Textfeld 1103">
              <a:extLst>
                <a:ext uri="{FF2B5EF4-FFF2-40B4-BE49-F238E27FC236}">
                  <a16:creationId xmlns:a16="http://schemas.microsoft.com/office/drawing/2014/main" id="{548606C2-C97E-48E6-8246-966CF37D44CB}"/>
                </a:ext>
              </a:extLst>
            </p:cNvPr>
            <p:cNvSpPr txBox="1"/>
            <p:nvPr/>
          </p:nvSpPr>
          <p:spPr>
            <a:xfrm>
              <a:off x="10464048" y="6470804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1105" name="Textfeld 1104">
              <a:extLst>
                <a:ext uri="{FF2B5EF4-FFF2-40B4-BE49-F238E27FC236}">
                  <a16:creationId xmlns:a16="http://schemas.microsoft.com/office/drawing/2014/main" id="{8CA8FB5B-3C6A-49DD-8A8C-A8EF343AF068}"/>
                </a:ext>
              </a:extLst>
            </p:cNvPr>
            <p:cNvSpPr txBox="1"/>
            <p:nvPr/>
          </p:nvSpPr>
          <p:spPr>
            <a:xfrm>
              <a:off x="10897648" y="6470804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1106" name="Rechteck 1105">
              <a:extLst>
                <a:ext uri="{FF2B5EF4-FFF2-40B4-BE49-F238E27FC236}">
                  <a16:creationId xmlns:a16="http://schemas.microsoft.com/office/drawing/2014/main" id="{DEE69F00-46D9-469F-ABB3-6DC78F8C7ACE}"/>
                </a:ext>
              </a:extLst>
            </p:cNvPr>
            <p:cNvSpPr/>
            <p:nvPr/>
          </p:nvSpPr>
          <p:spPr>
            <a:xfrm>
              <a:off x="9082791" y="6113178"/>
              <a:ext cx="431417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107" name="Rechteck 1106">
              <a:extLst>
                <a:ext uri="{FF2B5EF4-FFF2-40B4-BE49-F238E27FC236}">
                  <a16:creationId xmlns:a16="http://schemas.microsoft.com/office/drawing/2014/main" id="{3FF907DC-38BF-409F-B135-0BDB3654C2A0}"/>
                </a:ext>
              </a:extLst>
            </p:cNvPr>
            <p:cNvSpPr/>
            <p:nvPr/>
          </p:nvSpPr>
          <p:spPr>
            <a:xfrm>
              <a:off x="9513248" y="6113178"/>
              <a:ext cx="431417" cy="2402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108" name="Rechteck 1107">
              <a:extLst>
                <a:ext uri="{FF2B5EF4-FFF2-40B4-BE49-F238E27FC236}">
                  <a16:creationId xmlns:a16="http://schemas.microsoft.com/office/drawing/2014/main" id="{D3301EE5-192B-432E-A617-42665F462209}"/>
                </a:ext>
              </a:extLst>
            </p:cNvPr>
            <p:cNvSpPr/>
            <p:nvPr/>
          </p:nvSpPr>
          <p:spPr>
            <a:xfrm>
              <a:off x="9943079" y="611317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109" name="Rechteck 1108">
              <a:extLst>
                <a:ext uri="{FF2B5EF4-FFF2-40B4-BE49-F238E27FC236}">
                  <a16:creationId xmlns:a16="http://schemas.microsoft.com/office/drawing/2014/main" id="{22B1ED81-1E3E-4B52-80BD-694D942DD61F}"/>
                </a:ext>
              </a:extLst>
            </p:cNvPr>
            <p:cNvSpPr/>
            <p:nvPr/>
          </p:nvSpPr>
          <p:spPr>
            <a:xfrm>
              <a:off x="10373817" y="6113178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110" name="Rechteck 1109">
              <a:extLst>
                <a:ext uri="{FF2B5EF4-FFF2-40B4-BE49-F238E27FC236}">
                  <a16:creationId xmlns:a16="http://schemas.microsoft.com/office/drawing/2014/main" id="{72923BFF-FFEA-4828-A0B3-2D96D92CC870}"/>
                </a:ext>
              </a:extLst>
            </p:cNvPr>
            <p:cNvSpPr/>
            <p:nvPr/>
          </p:nvSpPr>
          <p:spPr>
            <a:xfrm>
              <a:off x="10802686" y="6113178"/>
              <a:ext cx="430379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EK3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111" name="Rechteck 1110">
              <a:extLst>
                <a:ext uri="{FF2B5EF4-FFF2-40B4-BE49-F238E27FC236}">
                  <a16:creationId xmlns:a16="http://schemas.microsoft.com/office/drawing/2014/main" id="{725780B9-AD5C-4516-890E-DE5F9378FC07}"/>
                </a:ext>
              </a:extLst>
            </p:cNvPr>
            <p:cNvSpPr/>
            <p:nvPr/>
          </p:nvSpPr>
          <p:spPr>
            <a:xfrm>
              <a:off x="8070937" y="6113178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112" name="Rechteck 1111">
              <a:extLst>
                <a:ext uri="{FF2B5EF4-FFF2-40B4-BE49-F238E27FC236}">
                  <a16:creationId xmlns:a16="http://schemas.microsoft.com/office/drawing/2014/main" id="{3838A168-4F83-4EBF-AD4C-DAB165D826D3}"/>
                </a:ext>
              </a:extLst>
            </p:cNvPr>
            <p:cNvSpPr/>
            <p:nvPr/>
          </p:nvSpPr>
          <p:spPr>
            <a:xfrm>
              <a:off x="8361458" y="6113167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113" name="Gerader Verbinder 1112">
              <a:extLst>
                <a:ext uri="{FF2B5EF4-FFF2-40B4-BE49-F238E27FC236}">
                  <a16:creationId xmlns:a16="http://schemas.microsoft.com/office/drawing/2014/main" id="{1993E230-701B-4364-B057-A2EE19C6A197}"/>
                </a:ext>
              </a:extLst>
            </p:cNvPr>
            <p:cNvCxnSpPr>
              <a:cxnSpLocks/>
            </p:cNvCxnSpPr>
            <p:nvPr/>
          </p:nvCxnSpPr>
          <p:spPr>
            <a:xfrm>
              <a:off x="8500180" y="635523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Gerader Verbinder 1113">
              <a:extLst>
                <a:ext uri="{FF2B5EF4-FFF2-40B4-BE49-F238E27FC236}">
                  <a16:creationId xmlns:a16="http://schemas.microsoft.com/office/drawing/2014/main" id="{01A0A575-8077-4B0E-8D69-96F9210D4660}"/>
                </a:ext>
              </a:extLst>
            </p:cNvPr>
            <p:cNvCxnSpPr>
              <a:cxnSpLocks/>
            </p:cNvCxnSpPr>
            <p:nvPr/>
          </p:nvCxnSpPr>
          <p:spPr>
            <a:xfrm>
              <a:off x="8866721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5" name="Gerader Verbinder 1114">
              <a:extLst>
                <a:ext uri="{FF2B5EF4-FFF2-40B4-BE49-F238E27FC236}">
                  <a16:creationId xmlns:a16="http://schemas.microsoft.com/office/drawing/2014/main" id="{76AFB9F0-68AF-4D20-97DA-69AF23A39670}"/>
                </a:ext>
              </a:extLst>
            </p:cNvPr>
            <p:cNvCxnSpPr>
              <a:cxnSpLocks/>
            </p:cNvCxnSpPr>
            <p:nvPr/>
          </p:nvCxnSpPr>
          <p:spPr>
            <a:xfrm>
              <a:off x="9298499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6" name="Gerader Verbinder 1115">
              <a:extLst>
                <a:ext uri="{FF2B5EF4-FFF2-40B4-BE49-F238E27FC236}">
                  <a16:creationId xmlns:a16="http://schemas.microsoft.com/office/drawing/2014/main" id="{DF8A28B0-05CA-40AD-8D8E-F0D25C1A47C0}"/>
                </a:ext>
              </a:extLst>
            </p:cNvPr>
            <p:cNvCxnSpPr>
              <a:cxnSpLocks/>
            </p:cNvCxnSpPr>
            <p:nvPr/>
          </p:nvCxnSpPr>
          <p:spPr>
            <a:xfrm>
              <a:off x="9728956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Gerader Verbinder 1116">
              <a:extLst>
                <a:ext uri="{FF2B5EF4-FFF2-40B4-BE49-F238E27FC236}">
                  <a16:creationId xmlns:a16="http://schemas.microsoft.com/office/drawing/2014/main" id="{D58EABF8-C175-453D-9D3A-ADA11E2C20BA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734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8" name="Gerader Verbinder 1117">
              <a:extLst>
                <a:ext uri="{FF2B5EF4-FFF2-40B4-BE49-F238E27FC236}">
                  <a16:creationId xmlns:a16="http://schemas.microsoft.com/office/drawing/2014/main" id="{5E547215-E259-426C-A930-B526A49EFF7E}"/>
                </a:ext>
              </a:extLst>
            </p:cNvPr>
            <p:cNvCxnSpPr>
              <a:cxnSpLocks/>
            </p:cNvCxnSpPr>
            <p:nvPr/>
          </p:nvCxnSpPr>
          <p:spPr>
            <a:xfrm>
              <a:off x="10589525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9" name="Gerader Verbinder 1118">
              <a:extLst>
                <a:ext uri="{FF2B5EF4-FFF2-40B4-BE49-F238E27FC236}">
                  <a16:creationId xmlns:a16="http://schemas.microsoft.com/office/drawing/2014/main" id="{15B4493A-8FE2-434F-980A-BC3C4045A52E}"/>
                </a:ext>
              </a:extLst>
            </p:cNvPr>
            <p:cNvCxnSpPr>
              <a:cxnSpLocks/>
            </p:cNvCxnSpPr>
            <p:nvPr/>
          </p:nvCxnSpPr>
          <p:spPr>
            <a:xfrm>
              <a:off x="11021303" y="63523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0" name="Textfeld 1119">
              <a:extLst>
                <a:ext uri="{FF2B5EF4-FFF2-40B4-BE49-F238E27FC236}">
                  <a16:creationId xmlns:a16="http://schemas.microsoft.com/office/drawing/2014/main" id="{A2EA1C37-9786-436B-8377-29F28EBC2453}"/>
                </a:ext>
              </a:extLst>
            </p:cNvPr>
            <p:cNvSpPr txBox="1"/>
            <p:nvPr/>
          </p:nvSpPr>
          <p:spPr>
            <a:xfrm>
              <a:off x="8069363" y="6470804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1121" name="Textfeld 1120">
              <a:extLst>
                <a:ext uri="{FF2B5EF4-FFF2-40B4-BE49-F238E27FC236}">
                  <a16:creationId xmlns:a16="http://schemas.microsoft.com/office/drawing/2014/main" id="{C25B8FFC-E5D9-4BAB-A525-622406C8A2E7}"/>
                </a:ext>
              </a:extLst>
            </p:cNvPr>
            <p:cNvSpPr txBox="1"/>
            <p:nvPr/>
          </p:nvSpPr>
          <p:spPr>
            <a:xfrm>
              <a:off x="8349933" y="6470804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9C35743B-8CD3-4D7B-B76F-C53927BE3F17}"/>
              </a:ext>
            </a:extLst>
          </p:cNvPr>
          <p:cNvGrpSpPr/>
          <p:nvPr/>
        </p:nvGrpSpPr>
        <p:grpSpPr>
          <a:xfrm>
            <a:off x="8584492" y="701872"/>
            <a:ext cx="2885758" cy="719818"/>
            <a:chOff x="8584492" y="701872"/>
            <a:chExt cx="2885758" cy="719818"/>
          </a:xfrm>
        </p:grpSpPr>
        <p:sp>
          <p:nvSpPr>
            <p:cNvPr id="341" name="Rechteck 340">
              <a:extLst>
                <a:ext uri="{FF2B5EF4-FFF2-40B4-BE49-F238E27FC236}">
                  <a16:creationId xmlns:a16="http://schemas.microsoft.com/office/drawing/2014/main" id="{CD53FB4B-AC3E-4997-85EE-7DC5F5CC0020}"/>
                </a:ext>
              </a:extLst>
            </p:cNvPr>
            <p:cNvSpPr/>
            <p:nvPr/>
          </p:nvSpPr>
          <p:spPr>
            <a:xfrm>
              <a:off x="8886612" y="804044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53" name="Textfeld 352">
              <a:extLst>
                <a:ext uri="{FF2B5EF4-FFF2-40B4-BE49-F238E27FC236}">
                  <a16:creationId xmlns:a16="http://schemas.microsoft.com/office/drawing/2014/main" id="{E1BAC56D-3419-47E0-937E-C6E57EEDA296}"/>
                </a:ext>
              </a:extLst>
            </p:cNvPr>
            <p:cNvSpPr txBox="1"/>
            <p:nvPr/>
          </p:nvSpPr>
          <p:spPr>
            <a:xfrm>
              <a:off x="8968731" y="1160080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362" name="Textfeld 361">
              <a:extLst>
                <a:ext uri="{FF2B5EF4-FFF2-40B4-BE49-F238E27FC236}">
                  <a16:creationId xmlns:a16="http://schemas.microsoft.com/office/drawing/2014/main" id="{FFC2CDD4-1259-493F-A3B4-DE63EDABD350}"/>
                </a:ext>
              </a:extLst>
            </p:cNvPr>
            <p:cNvSpPr txBox="1"/>
            <p:nvPr/>
          </p:nvSpPr>
          <p:spPr>
            <a:xfrm>
              <a:off x="9403087" y="1160080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364" name="Textfeld 363">
              <a:extLst>
                <a:ext uri="{FF2B5EF4-FFF2-40B4-BE49-F238E27FC236}">
                  <a16:creationId xmlns:a16="http://schemas.microsoft.com/office/drawing/2014/main" id="{A49C1832-1C45-47D4-B22A-DDCAD3EB066C}"/>
                </a:ext>
              </a:extLst>
            </p:cNvPr>
            <p:cNvSpPr txBox="1"/>
            <p:nvPr/>
          </p:nvSpPr>
          <p:spPr>
            <a:xfrm>
              <a:off x="9833479" y="1160080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365" name="Textfeld 364">
              <a:extLst>
                <a:ext uri="{FF2B5EF4-FFF2-40B4-BE49-F238E27FC236}">
                  <a16:creationId xmlns:a16="http://schemas.microsoft.com/office/drawing/2014/main" id="{4F05D8BA-E7D3-4CEC-9CA1-3298D30A8EEE}"/>
                </a:ext>
              </a:extLst>
            </p:cNvPr>
            <p:cNvSpPr txBox="1"/>
            <p:nvPr/>
          </p:nvSpPr>
          <p:spPr>
            <a:xfrm>
              <a:off x="10267832" y="1160080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366" name="Textfeld 365">
              <a:extLst>
                <a:ext uri="{FF2B5EF4-FFF2-40B4-BE49-F238E27FC236}">
                  <a16:creationId xmlns:a16="http://schemas.microsoft.com/office/drawing/2014/main" id="{B92E6AAB-D714-4E45-AD9A-12023B4345B3}"/>
                </a:ext>
              </a:extLst>
            </p:cNvPr>
            <p:cNvSpPr txBox="1"/>
            <p:nvPr/>
          </p:nvSpPr>
          <p:spPr>
            <a:xfrm>
              <a:off x="10698607" y="1160080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367" name="Textfeld 366">
              <a:extLst>
                <a:ext uri="{FF2B5EF4-FFF2-40B4-BE49-F238E27FC236}">
                  <a16:creationId xmlns:a16="http://schemas.microsoft.com/office/drawing/2014/main" id="{7C13963F-363F-4567-8B7A-B4968B7D215E}"/>
                </a:ext>
              </a:extLst>
            </p:cNvPr>
            <p:cNvSpPr txBox="1"/>
            <p:nvPr/>
          </p:nvSpPr>
          <p:spPr>
            <a:xfrm>
              <a:off x="11132207" y="1160080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368" name="Rechteck 367">
              <a:extLst>
                <a:ext uri="{FF2B5EF4-FFF2-40B4-BE49-F238E27FC236}">
                  <a16:creationId xmlns:a16="http://schemas.microsoft.com/office/drawing/2014/main" id="{609A3600-F03E-437C-A6D8-8E9D6EA0B0FF}"/>
                </a:ext>
              </a:extLst>
            </p:cNvPr>
            <p:cNvSpPr/>
            <p:nvPr/>
          </p:nvSpPr>
          <p:spPr>
            <a:xfrm>
              <a:off x="9317350" y="804044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69" name="Rechteck 368">
              <a:extLst>
                <a:ext uri="{FF2B5EF4-FFF2-40B4-BE49-F238E27FC236}">
                  <a16:creationId xmlns:a16="http://schemas.microsoft.com/office/drawing/2014/main" id="{8FD909F7-0458-45F1-B06E-2456D4A9F516}"/>
                </a:ext>
              </a:extLst>
            </p:cNvPr>
            <p:cNvSpPr/>
            <p:nvPr/>
          </p:nvSpPr>
          <p:spPr>
            <a:xfrm>
              <a:off x="9747807" y="804044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EK3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70" name="Rechteck 369">
              <a:extLst>
                <a:ext uri="{FF2B5EF4-FFF2-40B4-BE49-F238E27FC236}">
                  <a16:creationId xmlns:a16="http://schemas.microsoft.com/office/drawing/2014/main" id="{5A5876AE-77F3-42D7-821C-8DF70290992B}"/>
                </a:ext>
              </a:extLst>
            </p:cNvPr>
            <p:cNvSpPr/>
            <p:nvPr/>
          </p:nvSpPr>
          <p:spPr>
            <a:xfrm>
              <a:off x="10177638" y="804044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EK4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71" name="Rechteck 370">
              <a:extLst>
                <a:ext uri="{FF2B5EF4-FFF2-40B4-BE49-F238E27FC236}">
                  <a16:creationId xmlns:a16="http://schemas.microsoft.com/office/drawing/2014/main" id="{3EE175AF-CEAC-4853-A499-DE61917588B3}"/>
                </a:ext>
              </a:extLst>
            </p:cNvPr>
            <p:cNvSpPr/>
            <p:nvPr/>
          </p:nvSpPr>
          <p:spPr>
            <a:xfrm>
              <a:off x="10608376" y="804044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EK5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72" name="Rechteck 371">
              <a:extLst>
                <a:ext uri="{FF2B5EF4-FFF2-40B4-BE49-F238E27FC236}">
                  <a16:creationId xmlns:a16="http://schemas.microsoft.com/office/drawing/2014/main" id="{A239E5FD-376F-4448-8763-65B9524745D2}"/>
                </a:ext>
              </a:extLst>
            </p:cNvPr>
            <p:cNvSpPr/>
            <p:nvPr/>
          </p:nvSpPr>
          <p:spPr>
            <a:xfrm>
              <a:off x="11038833" y="804044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EK6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73" name="Rechteck 372">
              <a:extLst>
                <a:ext uri="{FF2B5EF4-FFF2-40B4-BE49-F238E27FC236}">
                  <a16:creationId xmlns:a16="http://schemas.microsoft.com/office/drawing/2014/main" id="{EF851C50-4C96-444A-BC56-7B0831A965C1}"/>
                </a:ext>
              </a:extLst>
            </p:cNvPr>
            <p:cNvSpPr/>
            <p:nvPr/>
          </p:nvSpPr>
          <p:spPr>
            <a:xfrm>
              <a:off x="8596017" y="804033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374" name="Gerader Verbinder 373">
              <a:extLst>
                <a:ext uri="{FF2B5EF4-FFF2-40B4-BE49-F238E27FC236}">
                  <a16:creationId xmlns:a16="http://schemas.microsoft.com/office/drawing/2014/main" id="{694B5590-BD01-4960-B4B8-D3F2305BE8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4739" y="1047685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Gerader Verbinder 374">
              <a:extLst>
                <a:ext uri="{FF2B5EF4-FFF2-40B4-BE49-F238E27FC236}">
                  <a16:creationId xmlns:a16="http://schemas.microsoft.com/office/drawing/2014/main" id="{61676E8D-B695-47EB-8327-0C75CFCD09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1280" y="1044755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Gerader Verbinder 375">
              <a:extLst>
                <a:ext uri="{FF2B5EF4-FFF2-40B4-BE49-F238E27FC236}">
                  <a16:creationId xmlns:a16="http://schemas.microsoft.com/office/drawing/2014/main" id="{3716826D-C830-4CB7-802C-2D9CA2DF82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33058" y="1044755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Gerader Verbinder 376">
              <a:extLst>
                <a:ext uri="{FF2B5EF4-FFF2-40B4-BE49-F238E27FC236}">
                  <a16:creationId xmlns:a16="http://schemas.microsoft.com/office/drawing/2014/main" id="{9BE9EB65-63E0-443F-93AE-90A3A2BA08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63515" y="1044755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Gerader Verbinder 377">
              <a:extLst>
                <a:ext uri="{FF2B5EF4-FFF2-40B4-BE49-F238E27FC236}">
                  <a16:creationId xmlns:a16="http://schemas.microsoft.com/office/drawing/2014/main" id="{622EE7C1-FD7D-49E8-AF59-B0C83AB4DC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5293" y="1044755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Gerader Verbinder 378">
              <a:extLst>
                <a:ext uri="{FF2B5EF4-FFF2-40B4-BE49-F238E27FC236}">
                  <a16:creationId xmlns:a16="http://schemas.microsoft.com/office/drawing/2014/main" id="{53C3353B-FCFF-4E92-BA73-AB40600E56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4084" y="1044755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Gerader Verbinder 379">
              <a:extLst>
                <a:ext uri="{FF2B5EF4-FFF2-40B4-BE49-F238E27FC236}">
                  <a16:creationId xmlns:a16="http://schemas.microsoft.com/office/drawing/2014/main" id="{496AACCD-E261-4C1E-A634-7C03B2E0A6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55862" y="1044755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1" name="Textfeld 380">
              <a:extLst>
                <a:ext uri="{FF2B5EF4-FFF2-40B4-BE49-F238E27FC236}">
                  <a16:creationId xmlns:a16="http://schemas.microsoft.com/office/drawing/2014/main" id="{F0669D47-64ED-4309-A4F5-4CC6B1DB8CC6}"/>
                </a:ext>
              </a:extLst>
            </p:cNvPr>
            <p:cNvSpPr txBox="1"/>
            <p:nvPr/>
          </p:nvSpPr>
          <p:spPr>
            <a:xfrm>
              <a:off x="8584492" y="1160080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9E6B7576-9E81-4E54-B1FD-DC3E5467B4C0}"/>
                </a:ext>
              </a:extLst>
            </p:cNvPr>
            <p:cNvSpPr/>
            <p:nvPr/>
          </p:nvSpPr>
          <p:spPr>
            <a:xfrm>
              <a:off x="8601530" y="701872"/>
              <a:ext cx="290589" cy="946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7DDF833-34F8-4D58-959A-D2F4F28D3B23}"/>
              </a:ext>
            </a:extLst>
          </p:cNvPr>
          <p:cNvGrpSpPr/>
          <p:nvPr/>
        </p:nvGrpSpPr>
        <p:grpSpPr>
          <a:xfrm>
            <a:off x="8633011" y="5841198"/>
            <a:ext cx="2885758" cy="716755"/>
            <a:chOff x="8633011" y="5841198"/>
            <a:chExt cx="2885758" cy="716755"/>
          </a:xfrm>
        </p:grpSpPr>
        <p:sp>
          <p:nvSpPr>
            <p:cNvPr id="471" name="Rechteck 470">
              <a:extLst>
                <a:ext uri="{FF2B5EF4-FFF2-40B4-BE49-F238E27FC236}">
                  <a16:creationId xmlns:a16="http://schemas.microsoft.com/office/drawing/2014/main" id="{AEEA5B33-C636-4450-AE7D-21635A32EC03}"/>
                </a:ext>
              </a:extLst>
            </p:cNvPr>
            <p:cNvSpPr/>
            <p:nvPr/>
          </p:nvSpPr>
          <p:spPr>
            <a:xfrm>
              <a:off x="8935131" y="5940307"/>
              <a:ext cx="431417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72" name="Textfeld 471">
              <a:extLst>
                <a:ext uri="{FF2B5EF4-FFF2-40B4-BE49-F238E27FC236}">
                  <a16:creationId xmlns:a16="http://schemas.microsoft.com/office/drawing/2014/main" id="{8DC973CA-1422-4550-94B6-20BFE99FA61A}"/>
                </a:ext>
              </a:extLst>
            </p:cNvPr>
            <p:cNvSpPr txBox="1"/>
            <p:nvPr/>
          </p:nvSpPr>
          <p:spPr>
            <a:xfrm>
              <a:off x="9017250" y="6296343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473" name="Textfeld 472">
              <a:extLst>
                <a:ext uri="{FF2B5EF4-FFF2-40B4-BE49-F238E27FC236}">
                  <a16:creationId xmlns:a16="http://schemas.microsoft.com/office/drawing/2014/main" id="{36CE6AB9-297B-4061-B61C-C4233CCFEECC}"/>
                </a:ext>
              </a:extLst>
            </p:cNvPr>
            <p:cNvSpPr txBox="1"/>
            <p:nvPr/>
          </p:nvSpPr>
          <p:spPr>
            <a:xfrm>
              <a:off x="9451606" y="6296343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474" name="Textfeld 473">
              <a:extLst>
                <a:ext uri="{FF2B5EF4-FFF2-40B4-BE49-F238E27FC236}">
                  <a16:creationId xmlns:a16="http://schemas.microsoft.com/office/drawing/2014/main" id="{6C9932FE-6D74-4A22-87DD-3EA54F0A59E7}"/>
                </a:ext>
              </a:extLst>
            </p:cNvPr>
            <p:cNvSpPr txBox="1"/>
            <p:nvPr/>
          </p:nvSpPr>
          <p:spPr>
            <a:xfrm>
              <a:off x="9881998" y="6296343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475" name="Textfeld 474">
              <a:extLst>
                <a:ext uri="{FF2B5EF4-FFF2-40B4-BE49-F238E27FC236}">
                  <a16:creationId xmlns:a16="http://schemas.microsoft.com/office/drawing/2014/main" id="{C143DEFE-852C-4CA4-9389-84D0CCFDC588}"/>
                </a:ext>
              </a:extLst>
            </p:cNvPr>
            <p:cNvSpPr txBox="1"/>
            <p:nvPr/>
          </p:nvSpPr>
          <p:spPr>
            <a:xfrm>
              <a:off x="10316351" y="6296343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476" name="Textfeld 475">
              <a:extLst>
                <a:ext uri="{FF2B5EF4-FFF2-40B4-BE49-F238E27FC236}">
                  <a16:creationId xmlns:a16="http://schemas.microsoft.com/office/drawing/2014/main" id="{E1B3EB20-CF1C-468A-882E-E5BF834FDA71}"/>
                </a:ext>
              </a:extLst>
            </p:cNvPr>
            <p:cNvSpPr txBox="1"/>
            <p:nvPr/>
          </p:nvSpPr>
          <p:spPr>
            <a:xfrm>
              <a:off x="10747126" y="6296343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477" name="Textfeld 476">
              <a:extLst>
                <a:ext uri="{FF2B5EF4-FFF2-40B4-BE49-F238E27FC236}">
                  <a16:creationId xmlns:a16="http://schemas.microsoft.com/office/drawing/2014/main" id="{AB2B473A-7D26-4F71-8E5E-BE6FA926A923}"/>
                </a:ext>
              </a:extLst>
            </p:cNvPr>
            <p:cNvSpPr txBox="1"/>
            <p:nvPr/>
          </p:nvSpPr>
          <p:spPr>
            <a:xfrm>
              <a:off x="11180726" y="6296343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478" name="Rechteck 477">
              <a:extLst>
                <a:ext uri="{FF2B5EF4-FFF2-40B4-BE49-F238E27FC236}">
                  <a16:creationId xmlns:a16="http://schemas.microsoft.com/office/drawing/2014/main" id="{F103E261-C0E1-416A-89A7-5331D3FC8AED}"/>
                </a:ext>
              </a:extLst>
            </p:cNvPr>
            <p:cNvSpPr/>
            <p:nvPr/>
          </p:nvSpPr>
          <p:spPr>
            <a:xfrm>
              <a:off x="9365869" y="5940307"/>
              <a:ext cx="431417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79" name="Rechteck 478">
              <a:extLst>
                <a:ext uri="{FF2B5EF4-FFF2-40B4-BE49-F238E27FC236}">
                  <a16:creationId xmlns:a16="http://schemas.microsoft.com/office/drawing/2014/main" id="{452BFF23-70B0-4608-8741-34BEA7E6F7D7}"/>
                </a:ext>
              </a:extLst>
            </p:cNvPr>
            <p:cNvSpPr/>
            <p:nvPr/>
          </p:nvSpPr>
          <p:spPr>
            <a:xfrm>
              <a:off x="9796326" y="5940307"/>
              <a:ext cx="431417" cy="2402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80" name="Rechteck 479">
              <a:extLst>
                <a:ext uri="{FF2B5EF4-FFF2-40B4-BE49-F238E27FC236}">
                  <a16:creationId xmlns:a16="http://schemas.microsoft.com/office/drawing/2014/main" id="{19317EF5-0C8C-4FEC-8D06-2808E60C6CDE}"/>
                </a:ext>
              </a:extLst>
            </p:cNvPr>
            <p:cNvSpPr/>
            <p:nvPr/>
          </p:nvSpPr>
          <p:spPr>
            <a:xfrm>
              <a:off x="10226157" y="5940307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81" name="Rechteck 480">
              <a:extLst>
                <a:ext uri="{FF2B5EF4-FFF2-40B4-BE49-F238E27FC236}">
                  <a16:creationId xmlns:a16="http://schemas.microsoft.com/office/drawing/2014/main" id="{E9FDB453-4204-42B9-BB28-DBB60A7E7133}"/>
                </a:ext>
              </a:extLst>
            </p:cNvPr>
            <p:cNvSpPr/>
            <p:nvPr/>
          </p:nvSpPr>
          <p:spPr>
            <a:xfrm>
              <a:off x="10656895" y="5940307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82" name="Rechteck 481">
              <a:extLst>
                <a:ext uri="{FF2B5EF4-FFF2-40B4-BE49-F238E27FC236}">
                  <a16:creationId xmlns:a16="http://schemas.microsoft.com/office/drawing/2014/main" id="{96F3D707-50F1-4BE9-B5E2-0AE4E7A57573}"/>
                </a:ext>
              </a:extLst>
            </p:cNvPr>
            <p:cNvSpPr/>
            <p:nvPr/>
          </p:nvSpPr>
          <p:spPr>
            <a:xfrm>
              <a:off x="11087352" y="5940307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EK3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83" name="Rechteck 482">
              <a:extLst>
                <a:ext uri="{FF2B5EF4-FFF2-40B4-BE49-F238E27FC236}">
                  <a16:creationId xmlns:a16="http://schemas.microsoft.com/office/drawing/2014/main" id="{EE1E150B-107A-404B-890B-9607B4C0EDF8}"/>
                </a:ext>
              </a:extLst>
            </p:cNvPr>
            <p:cNvSpPr/>
            <p:nvPr/>
          </p:nvSpPr>
          <p:spPr>
            <a:xfrm>
              <a:off x="8644536" y="5940296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484" name="Gerader Verbinder 483">
              <a:extLst>
                <a:ext uri="{FF2B5EF4-FFF2-40B4-BE49-F238E27FC236}">
                  <a16:creationId xmlns:a16="http://schemas.microsoft.com/office/drawing/2014/main" id="{080C8A9D-D103-40A7-9CE4-5A5E0F688B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83258" y="618493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Gerader Verbinder 484">
              <a:extLst>
                <a:ext uri="{FF2B5EF4-FFF2-40B4-BE49-F238E27FC236}">
                  <a16:creationId xmlns:a16="http://schemas.microsoft.com/office/drawing/2014/main" id="{8790B4B2-ED97-4B4F-B214-B449EFDAB5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9799" y="61820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Gerader Verbinder 485">
              <a:extLst>
                <a:ext uri="{FF2B5EF4-FFF2-40B4-BE49-F238E27FC236}">
                  <a16:creationId xmlns:a16="http://schemas.microsoft.com/office/drawing/2014/main" id="{AFCC80A1-C3BE-486C-BDF4-251A154AAE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1577" y="61820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Gerader Verbinder 486">
              <a:extLst>
                <a:ext uri="{FF2B5EF4-FFF2-40B4-BE49-F238E27FC236}">
                  <a16:creationId xmlns:a16="http://schemas.microsoft.com/office/drawing/2014/main" id="{54D1D7BD-F230-4BF4-9B7D-1DA35C4B09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2034" y="61820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Gerader Verbinder 487">
              <a:extLst>
                <a:ext uri="{FF2B5EF4-FFF2-40B4-BE49-F238E27FC236}">
                  <a16:creationId xmlns:a16="http://schemas.microsoft.com/office/drawing/2014/main" id="{E3B4CDD3-2687-40DF-B4BF-5C263FF158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3812" y="61820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Gerader Verbinder 488">
              <a:extLst>
                <a:ext uri="{FF2B5EF4-FFF2-40B4-BE49-F238E27FC236}">
                  <a16:creationId xmlns:a16="http://schemas.microsoft.com/office/drawing/2014/main" id="{4E64BDD7-EC8A-40F2-A06F-9F07EA7906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2603" y="61820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Gerader Verbinder 489">
              <a:extLst>
                <a:ext uri="{FF2B5EF4-FFF2-40B4-BE49-F238E27FC236}">
                  <a16:creationId xmlns:a16="http://schemas.microsoft.com/office/drawing/2014/main" id="{E0497BDB-242C-49CE-BABF-026FA7F984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04381" y="6182007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" name="Textfeld 490">
              <a:extLst>
                <a:ext uri="{FF2B5EF4-FFF2-40B4-BE49-F238E27FC236}">
                  <a16:creationId xmlns:a16="http://schemas.microsoft.com/office/drawing/2014/main" id="{9969FB83-0C07-4F8E-8825-B3FFD99AB060}"/>
                </a:ext>
              </a:extLst>
            </p:cNvPr>
            <p:cNvSpPr txBox="1"/>
            <p:nvPr/>
          </p:nvSpPr>
          <p:spPr>
            <a:xfrm>
              <a:off x="8633011" y="6296343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492" name="Rechteck 491">
              <a:extLst>
                <a:ext uri="{FF2B5EF4-FFF2-40B4-BE49-F238E27FC236}">
                  <a16:creationId xmlns:a16="http://schemas.microsoft.com/office/drawing/2014/main" id="{13CBDF55-4894-4688-AFBE-D3D18D4C6934}"/>
                </a:ext>
              </a:extLst>
            </p:cNvPr>
            <p:cNvSpPr/>
            <p:nvPr/>
          </p:nvSpPr>
          <p:spPr>
            <a:xfrm>
              <a:off x="8644341" y="5841198"/>
              <a:ext cx="290589" cy="946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A0BFD3C-51C7-43E4-8565-5BC90C1904BC}"/>
              </a:ext>
            </a:extLst>
          </p:cNvPr>
          <p:cNvGrpSpPr/>
          <p:nvPr/>
        </p:nvGrpSpPr>
        <p:grpSpPr>
          <a:xfrm>
            <a:off x="8614979" y="1594721"/>
            <a:ext cx="2885758" cy="714052"/>
            <a:chOff x="8614979" y="1594721"/>
            <a:chExt cx="2885758" cy="714052"/>
          </a:xfrm>
        </p:grpSpPr>
        <p:sp>
          <p:nvSpPr>
            <p:cNvPr id="493" name="Rechteck 492">
              <a:extLst>
                <a:ext uri="{FF2B5EF4-FFF2-40B4-BE49-F238E27FC236}">
                  <a16:creationId xmlns:a16="http://schemas.microsoft.com/office/drawing/2014/main" id="{BF756BA1-A781-4773-B6C0-98C949705102}"/>
                </a:ext>
              </a:extLst>
            </p:cNvPr>
            <p:cNvSpPr/>
            <p:nvPr/>
          </p:nvSpPr>
          <p:spPr>
            <a:xfrm>
              <a:off x="8917099" y="1691127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94" name="Textfeld 493">
              <a:extLst>
                <a:ext uri="{FF2B5EF4-FFF2-40B4-BE49-F238E27FC236}">
                  <a16:creationId xmlns:a16="http://schemas.microsoft.com/office/drawing/2014/main" id="{D549F00B-F606-4370-87A7-DB0E0DCE5492}"/>
                </a:ext>
              </a:extLst>
            </p:cNvPr>
            <p:cNvSpPr txBox="1"/>
            <p:nvPr/>
          </p:nvSpPr>
          <p:spPr>
            <a:xfrm>
              <a:off x="8999218" y="2047163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495" name="Textfeld 494">
              <a:extLst>
                <a:ext uri="{FF2B5EF4-FFF2-40B4-BE49-F238E27FC236}">
                  <a16:creationId xmlns:a16="http://schemas.microsoft.com/office/drawing/2014/main" id="{0FE7B4BF-25E5-41E3-98B8-768D88968F73}"/>
                </a:ext>
              </a:extLst>
            </p:cNvPr>
            <p:cNvSpPr txBox="1"/>
            <p:nvPr/>
          </p:nvSpPr>
          <p:spPr>
            <a:xfrm>
              <a:off x="9433574" y="2047163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496" name="Textfeld 495">
              <a:extLst>
                <a:ext uri="{FF2B5EF4-FFF2-40B4-BE49-F238E27FC236}">
                  <a16:creationId xmlns:a16="http://schemas.microsoft.com/office/drawing/2014/main" id="{E5C6B2A3-C8B1-4E7D-B3B4-9D4B7B1C59DA}"/>
                </a:ext>
              </a:extLst>
            </p:cNvPr>
            <p:cNvSpPr txBox="1"/>
            <p:nvPr/>
          </p:nvSpPr>
          <p:spPr>
            <a:xfrm>
              <a:off x="9863966" y="2047163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497" name="Textfeld 496">
              <a:extLst>
                <a:ext uri="{FF2B5EF4-FFF2-40B4-BE49-F238E27FC236}">
                  <a16:creationId xmlns:a16="http://schemas.microsoft.com/office/drawing/2014/main" id="{FBEB48F2-1F31-46DD-8527-81A27C1C81E8}"/>
                </a:ext>
              </a:extLst>
            </p:cNvPr>
            <p:cNvSpPr txBox="1"/>
            <p:nvPr/>
          </p:nvSpPr>
          <p:spPr>
            <a:xfrm>
              <a:off x="10298319" y="2047163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498" name="Textfeld 497">
              <a:extLst>
                <a:ext uri="{FF2B5EF4-FFF2-40B4-BE49-F238E27FC236}">
                  <a16:creationId xmlns:a16="http://schemas.microsoft.com/office/drawing/2014/main" id="{2F00A8D0-EA48-4844-B125-28A4CEEB65D5}"/>
                </a:ext>
              </a:extLst>
            </p:cNvPr>
            <p:cNvSpPr txBox="1"/>
            <p:nvPr/>
          </p:nvSpPr>
          <p:spPr>
            <a:xfrm>
              <a:off x="10729094" y="2047163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499" name="Textfeld 498">
              <a:extLst>
                <a:ext uri="{FF2B5EF4-FFF2-40B4-BE49-F238E27FC236}">
                  <a16:creationId xmlns:a16="http://schemas.microsoft.com/office/drawing/2014/main" id="{CF32A4F6-7897-40C2-8014-A7F87C003370}"/>
                </a:ext>
              </a:extLst>
            </p:cNvPr>
            <p:cNvSpPr txBox="1"/>
            <p:nvPr/>
          </p:nvSpPr>
          <p:spPr>
            <a:xfrm>
              <a:off x="11162694" y="2047163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500" name="Rechteck 499">
              <a:extLst>
                <a:ext uri="{FF2B5EF4-FFF2-40B4-BE49-F238E27FC236}">
                  <a16:creationId xmlns:a16="http://schemas.microsoft.com/office/drawing/2014/main" id="{ABA2E02A-2F7F-4C4F-A670-84A696B961FC}"/>
                </a:ext>
              </a:extLst>
            </p:cNvPr>
            <p:cNvSpPr/>
            <p:nvPr/>
          </p:nvSpPr>
          <p:spPr>
            <a:xfrm>
              <a:off x="9347837" y="1691127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01" name="Rechteck 500">
              <a:extLst>
                <a:ext uri="{FF2B5EF4-FFF2-40B4-BE49-F238E27FC236}">
                  <a16:creationId xmlns:a16="http://schemas.microsoft.com/office/drawing/2014/main" id="{81E10252-6C91-4313-ADE7-72B1422317A6}"/>
                </a:ext>
              </a:extLst>
            </p:cNvPr>
            <p:cNvSpPr/>
            <p:nvPr/>
          </p:nvSpPr>
          <p:spPr>
            <a:xfrm>
              <a:off x="9778294" y="1691127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02" name="Rechteck 501">
              <a:extLst>
                <a:ext uri="{FF2B5EF4-FFF2-40B4-BE49-F238E27FC236}">
                  <a16:creationId xmlns:a16="http://schemas.microsoft.com/office/drawing/2014/main" id="{8C79B377-38A8-467F-BC79-1AA2F1F81FBF}"/>
                </a:ext>
              </a:extLst>
            </p:cNvPr>
            <p:cNvSpPr/>
            <p:nvPr/>
          </p:nvSpPr>
          <p:spPr>
            <a:xfrm>
              <a:off x="10208125" y="1691127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03" name="Rechteck 502">
              <a:extLst>
                <a:ext uri="{FF2B5EF4-FFF2-40B4-BE49-F238E27FC236}">
                  <a16:creationId xmlns:a16="http://schemas.microsoft.com/office/drawing/2014/main" id="{105AF5EC-CAB8-4696-AC09-C4413695A033}"/>
                </a:ext>
              </a:extLst>
            </p:cNvPr>
            <p:cNvSpPr/>
            <p:nvPr/>
          </p:nvSpPr>
          <p:spPr>
            <a:xfrm>
              <a:off x="10638863" y="1691127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04" name="Rechteck 503">
              <a:extLst>
                <a:ext uri="{FF2B5EF4-FFF2-40B4-BE49-F238E27FC236}">
                  <a16:creationId xmlns:a16="http://schemas.microsoft.com/office/drawing/2014/main" id="{8A4ED7B6-22F7-4B3E-A313-BD4BDCDF2163}"/>
                </a:ext>
              </a:extLst>
            </p:cNvPr>
            <p:cNvSpPr/>
            <p:nvPr/>
          </p:nvSpPr>
          <p:spPr>
            <a:xfrm>
              <a:off x="11069320" y="1691127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05" name="Rechteck 504">
              <a:extLst>
                <a:ext uri="{FF2B5EF4-FFF2-40B4-BE49-F238E27FC236}">
                  <a16:creationId xmlns:a16="http://schemas.microsoft.com/office/drawing/2014/main" id="{6C54D970-ABAE-4BC5-9042-D479883A2022}"/>
                </a:ext>
              </a:extLst>
            </p:cNvPr>
            <p:cNvSpPr/>
            <p:nvPr/>
          </p:nvSpPr>
          <p:spPr>
            <a:xfrm>
              <a:off x="8626504" y="1691116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506" name="Gerader Verbinder 505">
              <a:extLst>
                <a:ext uri="{FF2B5EF4-FFF2-40B4-BE49-F238E27FC236}">
                  <a16:creationId xmlns:a16="http://schemas.microsoft.com/office/drawing/2014/main" id="{FC00B098-ABA5-4A93-84A1-0758CACE54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5226" y="193476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Gerader Verbinder 506">
              <a:extLst>
                <a:ext uri="{FF2B5EF4-FFF2-40B4-BE49-F238E27FC236}">
                  <a16:creationId xmlns:a16="http://schemas.microsoft.com/office/drawing/2014/main" id="{BA9C5A7A-30F3-4484-B36E-71D540CD12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1767" y="193183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Gerader Verbinder 507">
              <a:extLst>
                <a:ext uri="{FF2B5EF4-FFF2-40B4-BE49-F238E27FC236}">
                  <a16:creationId xmlns:a16="http://schemas.microsoft.com/office/drawing/2014/main" id="{3D74D2F6-BEC1-4512-985D-AC9932C56D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63545" y="193183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Gerader Verbinder 508">
              <a:extLst>
                <a:ext uri="{FF2B5EF4-FFF2-40B4-BE49-F238E27FC236}">
                  <a16:creationId xmlns:a16="http://schemas.microsoft.com/office/drawing/2014/main" id="{75A2481E-E9EC-471C-9DD1-84660332EB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94002" y="193183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Gerader Verbinder 509">
              <a:extLst>
                <a:ext uri="{FF2B5EF4-FFF2-40B4-BE49-F238E27FC236}">
                  <a16:creationId xmlns:a16="http://schemas.microsoft.com/office/drawing/2014/main" id="{3006832A-C940-4B75-8589-1999CB0480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25780" y="193183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Gerader Verbinder 510">
              <a:extLst>
                <a:ext uri="{FF2B5EF4-FFF2-40B4-BE49-F238E27FC236}">
                  <a16:creationId xmlns:a16="http://schemas.microsoft.com/office/drawing/2014/main" id="{0B1B750A-1BA4-4472-8216-F7343C5815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54571" y="193183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Gerader Verbinder 511">
              <a:extLst>
                <a:ext uri="{FF2B5EF4-FFF2-40B4-BE49-F238E27FC236}">
                  <a16:creationId xmlns:a16="http://schemas.microsoft.com/office/drawing/2014/main" id="{58DED4ED-A62B-4891-B5B4-97763FE8A7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86349" y="193183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3" name="Textfeld 512">
              <a:extLst>
                <a:ext uri="{FF2B5EF4-FFF2-40B4-BE49-F238E27FC236}">
                  <a16:creationId xmlns:a16="http://schemas.microsoft.com/office/drawing/2014/main" id="{573D58EA-9111-400E-8D9E-726F15CD18E5}"/>
                </a:ext>
              </a:extLst>
            </p:cNvPr>
            <p:cNvSpPr txBox="1"/>
            <p:nvPr/>
          </p:nvSpPr>
          <p:spPr>
            <a:xfrm>
              <a:off x="8614979" y="2047163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514" name="Rechteck 513">
              <a:extLst>
                <a:ext uri="{FF2B5EF4-FFF2-40B4-BE49-F238E27FC236}">
                  <a16:creationId xmlns:a16="http://schemas.microsoft.com/office/drawing/2014/main" id="{0F9258F9-6185-49B5-B55A-10789DE36C87}"/>
                </a:ext>
              </a:extLst>
            </p:cNvPr>
            <p:cNvSpPr/>
            <p:nvPr/>
          </p:nvSpPr>
          <p:spPr>
            <a:xfrm>
              <a:off x="8626835" y="1594721"/>
              <a:ext cx="290589" cy="946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0ADBDE9-2EE2-4833-87F8-79D95DC77528}"/>
              </a:ext>
            </a:extLst>
          </p:cNvPr>
          <p:cNvGrpSpPr/>
          <p:nvPr/>
        </p:nvGrpSpPr>
        <p:grpSpPr>
          <a:xfrm>
            <a:off x="8625364" y="2457620"/>
            <a:ext cx="2885758" cy="712426"/>
            <a:chOff x="8625364" y="2457620"/>
            <a:chExt cx="2885758" cy="712426"/>
          </a:xfrm>
        </p:grpSpPr>
        <p:sp>
          <p:nvSpPr>
            <p:cNvPr id="383" name="Rechteck 382">
              <a:extLst>
                <a:ext uri="{FF2B5EF4-FFF2-40B4-BE49-F238E27FC236}">
                  <a16:creationId xmlns:a16="http://schemas.microsoft.com/office/drawing/2014/main" id="{FB4A03D8-9077-427D-B59B-CCF60F41545E}"/>
                </a:ext>
              </a:extLst>
            </p:cNvPr>
            <p:cNvSpPr/>
            <p:nvPr/>
          </p:nvSpPr>
          <p:spPr>
            <a:xfrm>
              <a:off x="8927484" y="2552400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84" name="Textfeld 383">
              <a:extLst>
                <a:ext uri="{FF2B5EF4-FFF2-40B4-BE49-F238E27FC236}">
                  <a16:creationId xmlns:a16="http://schemas.microsoft.com/office/drawing/2014/main" id="{6B6DC688-0323-4243-82BF-B20885C09415}"/>
                </a:ext>
              </a:extLst>
            </p:cNvPr>
            <p:cNvSpPr txBox="1"/>
            <p:nvPr/>
          </p:nvSpPr>
          <p:spPr>
            <a:xfrm>
              <a:off x="9009603" y="2908436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385" name="Textfeld 384">
              <a:extLst>
                <a:ext uri="{FF2B5EF4-FFF2-40B4-BE49-F238E27FC236}">
                  <a16:creationId xmlns:a16="http://schemas.microsoft.com/office/drawing/2014/main" id="{BE8B85CB-A9F4-42D1-9B2A-1366BEEADA3F}"/>
                </a:ext>
              </a:extLst>
            </p:cNvPr>
            <p:cNvSpPr txBox="1"/>
            <p:nvPr/>
          </p:nvSpPr>
          <p:spPr>
            <a:xfrm>
              <a:off x="9443959" y="2908436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386" name="Textfeld 385">
              <a:extLst>
                <a:ext uri="{FF2B5EF4-FFF2-40B4-BE49-F238E27FC236}">
                  <a16:creationId xmlns:a16="http://schemas.microsoft.com/office/drawing/2014/main" id="{6359FF55-EAFA-47F1-81CD-BDC82A40C0E6}"/>
                </a:ext>
              </a:extLst>
            </p:cNvPr>
            <p:cNvSpPr txBox="1"/>
            <p:nvPr/>
          </p:nvSpPr>
          <p:spPr>
            <a:xfrm>
              <a:off x="9874351" y="2908436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387" name="Textfeld 386">
              <a:extLst>
                <a:ext uri="{FF2B5EF4-FFF2-40B4-BE49-F238E27FC236}">
                  <a16:creationId xmlns:a16="http://schemas.microsoft.com/office/drawing/2014/main" id="{06311417-EBF3-4E83-9FF4-7D541548024A}"/>
                </a:ext>
              </a:extLst>
            </p:cNvPr>
            <p:cNvSpPr txBox="1"/>
            <p:nvPr/>
          </p:nvSpPr>
          <p:spPr>
            <a:xfrm>
              <a:off x="10308704" y="2908436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388" name="Textfeld 387">
              <a:extLst>
                <a:ext uri="{FF2B5EF4-FFF2-40B4-BE49-F238E27FC236}">
                  <a16:creationId xmlns:a16="http://schemas.microsoft.com/office/drawing/2014/main" id="{0FC5D31A-D837-43D1-9F6C-00BC4A27FC96}"/>
                </a:ext>
              </a:extLst>
            </p:cNvPr>
            <p:cNvSpPr txBox="1"/>
            <p:nvPr/>
          </p:nvSpPr>
          <p:spPr>
            <a:xfrm>
              <a:off x="10739479" y="2908436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389" name="Textfeld 388">
              <a:extLst>
                <a:ext uri="{FF2B5EF4-FFF2-40B4-BE49-F238E27FC236}">
                  <a16:creationId xmlns:a16="http://schemas.microsoft.com/office/drawing/2014/main" id="{ECFC4F1D-D618-4820-A68A-63A200B33E1C}"/>
                </a:ext>
              </a:extLst>
            </p:cNvPr>
            <p:cNvSpPr txBox="1"/>
            <p:nvPr/>
          </p:nvSpPr>
          <p:spPr>
            <a:xfrm>
              <a:off x="11173079" y="2908436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390" name="Rechteck 389">
              <a:extLst>
                <a:ext uri="{FF2B5EF4-FFF2-40B4-BE49-F238E27FC236}">
                  <a16:creationId xmlns:a16="http://schemas.microsoft.com/office/drawing/2014/main" id="{F34972B8-3090-4181-86F9-4D7A0AFBE114}"/>
                </a:ext>
              </a:extLst>
            </p:cNvPr>
            <p:cNvSpPr/>
            <p:nvPr/>
          </p:nvSpPr>
          <p:spPr>
            <a:xfrm>
              <a:off x="9358222" y="2552400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91" name="Rechteck 390">
              <a:extLst>
                <a:ext uri="{FF2B5EF4-FFF2-40B4-BE49-F238E27FC236}">
                  <a16:creationId xmlns:a16="http://schemas.microsoft.com/office/drawing/2014/main" id="{751A2B38-06DE-4FE3-B55B-6F6C3DD6C2FD}"/>
                </a:ext>
              </a:extLst>
            </p:cNvPr>
            <p:cNvSpPr/>
            <p:nvPr/>
          </p:nvSpPr>
          <p:spPr>
            <a:xfrm>
              <a:off x="9788679" y="2552400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92" name="Rechteck 391">
              <a:extLst>
                <a:ext uri="{FF2B5EF4-FFF2-40B4-BE49-F238E27FC236}">
                  <a16:creationId xmlns:a16="http://schemas.microsoft.com/office/drawing/2014/main" id="{BE2EBE64-8CE4-4EFB-83CE-D84FD810AC4B}"/>
                </a:ext>
              </a:extLst>
            </p:cNvPr>
            <p:cNvSpPr/>
            <p:nvPr/>
          </p:nvSpPr>
          <p:spPr>
            <a:xfrm>
              <a:off x="10218510" y="2552400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WK2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93" name="Rechteck 392">
              <a:extLst>
                <a:ext uri="{FF2B5EF4-FFF2-40B4-BE49-F238E27FC236}">
                  <a16:creationId xmlns:a16="http://schemas.microsoft.com/office/drawing/2014/main" id="{E0494194-E7CA-4684-8590-63FCD72826F5}"/>
                </a:ext>
              </a:extLst>
            </p:cNvPr>
            <p:cNvSpPr/>
            <p:nvPr/>
          </p:nvSpPr>
          <p:spPr>
            <a:xfrm>
              <a:off x="10649248" y="2552400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WW3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94" name="Rechteck 393">
              <a:extLst>
                <a:ext uri="{FF2B5EF4-FFF2-40B4-BE49-F238E27FC236}">
                  <a16:creationId xmlns:a16="http://schemas.microsoft.com/office/drawing/2014/main" id="{893689AB-C2EC-47F8-BB1D-14D3CF782D9F}"/>
                </a:ext>
              </a:extLst>
            </p:cNvPr>
            <p:cNvSpPr/>
            <p:nvPr/>
          </p:nvSpPr>
          <p:spPr>
            <a:xfrm>
              <a:off x="11079705" y="2552400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KW3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95" name="Rechteck 394">
              <a:extLst>
                <a:ext uri="{FF2B5EF4-FFF2-40B4-BE49-F238E27FC236}">
                  <a16:creationId xmlns:a16="http://schemas.microsoft.com/office/drawing/2014/main" id="{E854FC58-D823-4BE4-959F-D705EC3E5D01}"/>
                </a:ext>
              </a:extLst>
            </p:cNvPr>
            <p:cNvSpPr/>
            <p:nvPr/>
          </p:nvSpPr>
          <p:spPr>
            <a:xfrm>
              <a:off x="8636889" y="2552389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396" name="Gerader Verbinder 395">
              <a:extLst>
                <a:ext uri="{FF2B5EF4-FFF2-40B4-BE49-F238E27FC236}">
                  <a16:creationId xmlns:a16="http://schemas.microsoft.com/office/drawing/2014/main" id="{B042FAF2-1302-4E29-B66C-71B533877B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75611" y="2796041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Gerader Verbinder 396">
              <a:extLst>
                <a:ext uri="{FF2B5EF4-FFF2-40B4-BE49-F238E27FC236}">
                  <a16:creationId xmlns:a16="http://schemas.microsoft.com/office/drawing/2014/main" id="{9A476F31-4043-4CE4-AD88-B4D61D1C32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2152" y="2793111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Gerader Verbinder 397">
              <a:extLst>
                <a:ext uri="{FF2B5EF4-FFF2-40B4-BE49-F238E27FC236}">
                  <a16:creationId xmlns:a16="http://schemas.microsoft.com/office/drawing/2014/main" id="{1421F43C-0EB2-4FA0-9D89-BEA6D6E281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73930" y="2793111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Gerader Verbinder 398">
              <a:extLst>
                <a:ext uri="{FF2B5EF4-FFF2-40B4-BE49-F238E27FC236}">
                  <a16:creationId xmlns:a16="http://schemas.microsoft.com/office/drawing/2014/main" id="{54155417-C668-4745-875D-7522722C91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4387" y="2793111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Gerader Verbinder 399">
              <a:extLst>
                <a:ext uri="{FF2B5EF4-FFF2-40B4-BE49-F238E27FC236}">
                  <a16:creationId xmlns:a16="http://schemas.microsoft.com/office/drawing/2014/main" id="{E3119FBC-D860-46A4-ABB5-75EFF7BFE2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6165" y="2793111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Gerader Verbinder 400">
              <a:extLst>
                <a:ext uri="{FF2B5EF4-FFF2-40B4-BE49-F238E27FC236}">
                  <a16:creationId xmlns:a16="http://schemas.microsoft.com/office/drawing/2014/main" id="{3439615E-F8EB-4289-A727-08A560CF1B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64956" y="2793111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Gerader Verbinder 401">
              <a:extLst>
                <a:ext uri="{FF2B5EF4-FFF2-40B4-BE49-F238E27FC236}">
                  <a16:creationId xmlns:a16="http://schemas.microsoft.com/office/drawing/2014/main" id="{BC8DABB5-4425-4240-A3BA-39575AE6E9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6734" y="2793111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3" name="Textfeld 402">
              <a:extLst>
                <a:ext uri="{FF2B5EF4-FFF2-40B4-BE49-F238E27FC236}">
                  <a16:creationId xmlns:a16="http://schemas.microsoft.com/office/drawing/2014/main" id="{23FF347C-261A-4106-8F02-5C0920EF7F42}"/>
                </a:ext>
              </a:extLst>
            </p:cNvPr>
            <p:cNvSpPr txBox="1"/>
            <p:nvPr/>
          </p:nvSpPr>
          <p:spPr>
            <a:xfrm>
              <a:off x="8625364" y="2908436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515" name="Rechteck 514">
              <a:extLst>
                <a:ext uri="{FF2B5EF4-FFF2-40B4-BE49-F238E27FC236}">
                  <a16:creationId xmlns:a16="http://schemas.microsoft.com/office/drawing/2014/main" id="{3B283EF3-1862-4C69-A737-39FD95C3EB54}"/>
                </a:ext>
              </a:extLst>
            </p:cNvPr>
            <p:cNvSpPr/>
            <p:nvPr/>
          </p:nvSpPr>
          <p:spPr>
            <a:xfrm>
              <a:off x="8634510" y="2457620"/>
              <a:ext cx="290589" cy="946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A52D9ECE-9F92-4DC8-88CA-453B95D95FCA}"/>
              </a:ext>
            </a:extLst>
          </p:cNvPr>
          <p:cNvGrpSpPr/>
          <p:nvPr/>
        </p:nvGrpSpPr>
        <p:grpSpPr>
          <a:xfrm>
            <a:off x="8632948" y="3281008"/>
            <a:ext cx="2885758" cy="718244"/>
            <a:chOff x="8632948" y="3281008"/>
            <a:chExt cx="2885758" cy="718244"/>
          </a:xfrm>
        </p:grpSpPr>
        <p:sp>
          <p:nvSpPr>
            <p:cNvPr id="405" name="Rechteck 404">
              <a:extLst>
                <a:ext uri="{FF2B5EF4-FFF2-40B4-BE49-F238E27FC236}">
                  <a16:creationId xmlns:a16="http://schemas.microsoft.com/office/drawing/2014/main" id="{E4BD9FA5-0F08-4C57-AE3B-9340A96069B7}"/>
                </a:ext>
              </a:extLst>
            </p:cNvPr>
            <p:cNvSpPr/>
            <p:nvPr/>
          </p:nvSpPr>
          <p:spPr>
            <a:xfrm>
              <a:off x="8935068" y="3378431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06" name="Textfeld 405">
              <a:extLst>
                <a:ext uri="{FF2B5EF4-FFF2-40B4-BE49-F238E27FC236}">
                  <a16:creationId xmlns:a16="http://schemas.microsoft.com/office/drawing/2014/main" id="{7C117B9C-6A55-48F5-8A80-D7D2DC5D88AE}"/>
                </a:ext>
              </a:extLst>
            </p:cNvPr>
            <p:cNvSpPr txBox="1"/>
            <p:nvPr/>
          </p:nvSpPr>
          <p:spPr>
            <a:xfrm>
              <a:off x="9017187" y="3737642"/>
              <a:ext cx="26642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407" name="Textfeld 406">
              <a:extLst>
                <a:ext uri="{FF2B5EF4-FFF2-40B4-BE49-F238E27FC236}">
                  <a16:creationId xmlns:a16="http://schemas.microsoft.com/office/drawing/2014/main" id="{1ED356A9-0826-4062-BCD5-2729119B3FE1}"/>
                </a:ext>
              </a:extLst>
            </p:cNvPr>
            <p:cNvSpPr txBox="1"/>
            <p:nvPr/>
          </p:nvSpPr>
          <p:spPr>
            <a:xfrm>
              <a:off x="9451543" y="3737642"/>
              <a:ext cx="26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408" name="Textfeld 407">
              <a:extLst>
                <a:ext uri="{FF2B5EF4-FFF2-40B4-BE49-F238E27FC236}">
                  <a16:creationId xmlns:a16="http://schemas.microsoft.com/office/drawing/2014/main" id="{98454800-19E7-40CE-9EAB-ADAB8D9E89B8}"/>
                </a:ext>
              </a:extLst>
            </p:cNvPr>
            <p:cNvSpPr txBox="1"/>
            <p:nvPr/>
          </p:nvSpPr>
          <p:spPr>
            <a:xfrm>
              <a:off x="9881935" y="3737642"/>
              <a:ext cx="26000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409" name="Textfeld 408">
              <a:extLst>
                <a:ext uri="{FF2B5EF4-FFF2-40B4-BE49-F238E27FC236}">
                  <a16:creationId xmlns:a16="http://schemas.microsoft.com/office/drawing/2014/main" id="{78764186-3DAF-4D52-A98F-D24A5FE858B7}"/>
                </a:ext>
              </a:extLst>
            </p:cNvPr>
            <p:cNvSpPr txBox="1"/>
            <p:nvPr/>
          </p:nvSpPr>
          <p:spPr>
            <a:xfrm>
              <a:off x="10316288" y="3737642"/>
              <a:ext cx="2712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410" name="Textfeld 409">
              <a:extLst>
                <a:ext uri="{FF2B5EF4-FFF2-40B4-BE49-F238E27FC236}">
                  <a16:creationId xmlns:a16="http://schemas.microsoft.com/office/drawing/2014/main" id="{07BB152E-1789-461A-B3F7-90D21B6CCF7D}"/>
                </a:ext>
              </a:extLst>
            </p:cNvPr>
            <p:cNvSpPr txBox="1"/>
            <p:nvPr/>
          </p:nvSpPr>
          <p:spPr>
            <a:xfrm>
              <a:off x="10747063" y="3737642"/>
              <a:ext cx="2535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411" name="Textfeld 410">
              <a:extLst>
                <a:ext uri="{FF2B5EF4-FFF2-40B4-BE49-F238E27FC236}">
                  <a16:creationId xmlns:a16="http://schemas.microsoft.com/office/drawing/2014/main" id="{1AE87F19-E943-4554-B9B2-798A59210099}"/>
                </a:ext>
              </a:extLst>
            </p:cNvPr>
            <p:cNvSpPr txBox="1"/>
            <p:nvPr/>
          </p:nvSpPr>
          <p:spPr>
            <a:xfrm>
              <a:off x="11180663" y="3737642"/>
              <a:ext cx="2487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412" name="Rechteck 411">
              <a:extLst>
                <a:ext uri="{FF2B5EF4-FFF2-40B4-BE49-F238E27FC236}">
                  <a16:creationId xmlns:a16="http://schemas.microsoft.com/office/drawing/2014/main" id="{1189E0A8-53B8-49C1-92D6-CE539E112DE4}"/>
                </a:ext>
              </a:extLst>
            </p:cNvPr>
            <p:cNvSpPr/>
            <p:nvPr/>
          </p:nvSpPr>
          <p:spPr>
            <a:xfrm>
              <a:off x="9365806" y="3378431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13" name="Rechteck 412">
              <a:extLst>
                <a:ext uri="{FF2B5EF4-FFF2-40B4-BE49-F238E27FC236}">
                  <a16:creationId xmlns:a16="http://schemas.microsoft.com/office/drawing/2014/main" id="{620C9388-1DC1-47E8-8F7A-78E6896F5E00}"/>
                </a:ext>
              </a:extLst>
            </p:cNvPr>
            <p:cNvSpPr/>
            <p:nvPr/>
          </p:nvSpPr>
          <p:spPr>
            <a:xfrm>
              <a:off x="9796263" y="3378431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14" name="Rechteck 413">
              <a:extLst>
                <a:ext uri="{FF2B5EF4-FFF2-40B4-BE49-F238E27FC236}">
                  <a16:creationId xmlns:a16="http://schemas.microsoft.com/office/drawing/2014/main" id="{8C5D3576-033E-423E-8BA3-8DB9B5C4D4C7}"/>
                </a:ext>
              </a:extLst>
            </p:cNvPr>
            <p:cNvSpPr/>
            <p:nvPr/>
          </p:nvSpPr>
          <p:spPr>
            <a:xfrm>
              <a:off x="10226094" y="3378431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WK2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15" name="Rechteck 414">
              <a:extLst>
                <a:ext uri="{FF2B5EF4-FFF2-40B4-BE49-F238E27FC236}">
                  <a16:creationId xmlns:a16="http://schemas.microsoft.com/office/drawing/2014/main" id="{D90E6270-11C4-4226-B68D-4ADA87242062}"/>
                </a:ext>
              </a:extLst>
            </p:cNvPr>
            <p:cNvSpPr/>
            <p:nvPr/>
          </p:nvSpPr>
          <p:spPr>
            <a:xfrm>
              <a:off x="10656832" y="3378431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16" name="Rechteck 415">
              <a:extLst>
                <a:ext uri="{FF2B5EF4-FFF2-40B4-BE49-F238E27FC236}">
                  <a16:creationId xmlns:a16="http://schemas.microsoft.com/office/drawing/2014/main" id="{21CD1C7D-D0FF-42F8-854C-8AF94086D019}"/>
                </a:ext>
              </a:extLst>
            </p:cNvPr>
            <p:cNvSpPr/>
            <p:nvPr/>
          </p:nvSpPr>
          <p:spPr>
            <a:xfrm>
              <a:off x="11087289" y="3378431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17" name="Rechteck 416">
              <a:extLst>
                <a:ext uri="{FF2B5EF4-FFF2-40B4-BE49-F238E27FC236}">
                  <a16:creationId xmlns:a16="http://schemas.microsoft.com/office/drawing/2014/main" id="{4B114AB5-93C4-46A3-8366-CBA555687405}"/>
                </a:ext>
              </a:extLst>
            </p:cNvPr>
            <p:cNvSpPr/>
            <p:nvPr/>
          </p:nvSpPr>
          <p:spPr>
            <a:xfrm>
              <a:off x="8644473" y="3378420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418" name="Gerader Verbinder 417">
              <a:extLst>
                <a:ext uri="{FF2B5EF4-FFF2-40B4-BE49-F238E27FC236}">
                  <a16:creationId xmlns:a16="http://schemas.microsoft.com/office/drawing/2014/main" id="{F04D5579-7D6A-45DF-B429-376D5E6C40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83195" y="3622072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Gerader Verbinder 418">
              <a:extLst>
                <a:ext uri="{FF2B5EF4-FFF2-40B4-BE49-F238E27FC236}">
                  <a16:creationId xmlns:a16="http://schemas.microsoft.com/office/drawing/2014/main" id="{72F58C29-5EEE-433C-94DB-D669083B94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9736" y="3619142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Gerader Verbinder 419">
              <a:extLst>
                <a:ext uri="{FF2B5EF4-FFF2-40B4-BE49-F238E27FC236}">
                  <a16:creationId xmlns:a16="http://schemas.microsoft.com/office/drawing/2014/main" id="{FE4EE38A-2ADE-46F8-8DDA-6CE3C08DD1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1514" y="3619142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Gerader Verbinder 420">
              <a:extLst>
                <a:ext uri="{FF2B5EF4-FFF2-40B4-BE49-F238E27FC236}">
                  <a16:creationId xmlns:a16="http://schemas.microsoft.com/office/drawing/2014/main" id="{A1F1015C-5CD0-4F6B-B143-F1FF437264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1971" y="3619142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Gerader Verbinder 421">
              <a:extLst>
                <a:ext uri="{FF2B5EF4-FFF2-40B4-BE49-F238E27FC236}">
                  <a16:creationId xmlns:a16="http://schemas.microsoft.com/office/drawing/2014/main" id="{A21A2CE7-78EA-40C4-BDD4-6AA73A958B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3749" y="3619142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Gerader Verbinder 422">
              <a:extLst>
                <a:ext uri="{FF2B5EF4-FFF2-40B4-BE49-F238E27FC236}">
                  <a16:creationId xmlns:a16="http://schemas.microsoft.com/office/drawing/2014/main" id="{3965A0BD-7D03-458D-9101-7CFE07DAD9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2540" y="3619142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Gerader Verbinder 423">
              <a:extLst>
                <a:ext uri="{FF2B5EF4-FFF2-40B4-BE49-F238E27FC236}">
                  <a16:creationId xmlns:a16="http://schemas.microsoft.com/office/drawing/2014/main" id="{F58EB247-301F-49B2-AB7F-7F15F831DC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04318" y="3619142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5" name="Textfeld 424">
              <a:extLst>
                <a:ext uri="{FF2B5EF4-FFF2-40B4-BE49-F238E27FC236}">
                  <a16:creationId xmlns:a16="http://schemas.microsoft.com/office/drawing/2014/main" id="{490FFB58-8A2F-4A1B-BBD6-07E174CA6DD6}"/>
                </a:ext>
              </a:extLst>
            </p:cNvPr>
            <p:cNvSpPr txBox="1"/>
            <p:nvPr/>
          </p:nvSpPr>
          <p:spPr>
            <a:xfrm>
              <a:off x="8632948" y="3737642"/>
              <a:ext cx="3353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516" name="Rechteck 515">
              <a:extLst>
                <a:ext uri="{FF2B5EF4-FFF2-40B4-BE49-F238E27FC236}">
                  <a16:creationId xmlns:a16="http://schemas.microsoft.com/office/drawing/2014/main" id="{E739BB43-94FF-46EF-997A-E1B7B42CC7F0}"/>
                </a:ext>
              </a:extLst>
            </p:cNvPr>
            <p:cNvSpPr/>
            <p:nvPr/>
          </p:nvSpPr>
          <p:spPr>
            <a:xfrm>
              <a:off x="8653617" y="3281008"/>
              <a:ext cx="290589" cy="946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018A57FC-CF42-40F8-B449-15F0D1ABA362}"/>
              </a:ext>
            </a:extLst>
          </p:cNvPr>
          <p:cNvGrpSpPr/>
          <p:nvPr/>
        </p:nvGrpSpPr>
        <p:grpSpPr>
          <a:xfrm>
            <a:off x="8614979" y="4147143"/>
            <a:ext cx="2885758" cy="716138"/>
            <a:chOff x="8614979" y="4147143"/>
            <a:chExt cx="2885758" cy="716138"/>
          </a:xfrm>
        </p:grpSpPr>
        <p:sp>
          <p:nvSpPr>
            <p:cNvPr id="427" name="Rechteck 426">
              <a:extLst>
                <a:ext uri="{FF2B5EF4-FFF2-40B4-BE49-F238E27FC236}">
                  <a16:creationId xmlns:a16="http://schemas.microsoft.com/office/drawing/2014/main" id="{85ED4E42-885E-4B15-A452-844C88A2B12A}"/>
                </a:ext>
              </a:extLst>
            </p:cNvPr>
            <p:cNvSpPr/>
            <p:nvPr/>
          </p:nvSpPr>
          <p:spPr>
            <a:xfrm>
              <a:off x="8917099" y="4245635"/>
              <a:ext cx="431417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28" name="Textfeld 427">
              <a:extLst>
                <a:ext uri="{FF2B5EF4-FFF2-40B4-BE49-F238E27FC236}">
                  <a16:creationId xmlns:a16="http://schemas.microsoft.com/office/drawing/2014/main" id="{B0C7162C-CC65-4B81-B602-533B8847403F}"/>
                </a:ext>
              </a:extLst>
            </p:cNvPr>
            <p:cNvSpPr txBox="1"/>
            <p:nvPr/>
          </p:nvSpPr>
          <p:spPr>
            <a:xfrm>
              <a:off x="8999218" y="4601671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429" name="Textfeld 428">
              <a:extLst>
                <a:ext uri="{FF2B5EF4-FFF2-40B4-BE49-F238E27FC236}">
                  <a16:creationId xmlns:a16="http://schemas.microsoft.com/office/drawing/2014/main" id="{C00A528C-E810-4EFE-82CC-462A4938FD04}"/>
                </a:ext>
              </a:extLst>
            </p:cNvPr>
            <p:cNvSpPr txBox="1"/>
            <p:nvPr/>
          </p:nvSpPr>
          <p:spPr>
            <a:xfrm>
              <a:off x="9433574" y="4601671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430" name="Textfeld 429">
              <a:extLst>
                <a:ext uri="{FF2B5EF4-FFF2-40B4-BE49-F238E27FC236}">
                  <a16:creationId xmlns:a16="http://schemas.microsoft.com/office/drawing/2014/main" id="{1F451949-AE39-44ED-BF92-1412D6B4BCE6}"/>
                </a:ext>
              </a:extLst>
            </p:cNvPr>
            <p:cNvSpPr txBox="1"/>
            <p:nvPr/>
          </p:nvSpPr>
          <p:spPr>
            <a:xfrm>
              <a:off x="9863966" y="4601671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431" name="Textfeld 430">
              <a:extLst>
                <a:ext uri="{FF2B5EF4-FFF2-40B4-BE49-F238E27FC236}">
                  <a16:creationId xmlns:a16="http://schemas.microsoft.com/office/drawing/2014/main" id="{622D335B-C75E-4D2F-9D08-2DE0CB4AC638}"/>
                </a:ext>
              </a:extLst>
            </p:cNvPr>
            <p:cNvSpPr txBox="1"/>
            <p:nvPr/>
          </p:nvSpPr>
          <p:spPr>
            <a:xfrm>
              <a:off x="10298319" y="4601671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432" name="Textfeld 431">
              <a:extLst>
                <a:ext uri="{FF2B5EF4-FFF2-40B4-BE49-F238E27FC236}">
                  <a16:creationId xmlns:a16="http://schemas.microsoft.com/office/drawing/2014/main" id="{052139AA-3774-4261-92F8-A78A82F23E68}"/>
                </a:ext>
              </a:extLst>
            </p:cNvPr>
            <p:cNvSpPr txBox="1"/>
            <p:nvPr/>
          </p:nvSpPr>
          <p:spPr>
            <a:xfrm>
              <a:off x="10729094" y="4601671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433" name="Textfeld 432">
              <a:extLst>
                <a:ext uri="{FF2B5EF4-FFF2-40B4-BE49-F238E27FC236}">
                  <a16:creationId xmlns:a16="http://schemas.microsoft.com/office/drawing/2014/main" id="{A8D19011-D975-452A-A4DB-33EE1D1F81D8}"/>
                </a:ext>
              </a:extLst>
            </p:cNvPr>
            <p:cNvSpPr txBox="1"/>
            <p:nvPr/>
          </p:nvSpPr>
          <p:spPr>
            <a:xfrm>
              <a:off x="11162694" y="4601671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434" name="Rechteck 433">
              <a:extLst>
                <a:ext uri="{FF2B5EF4-FFF2-40B4-BE49-F238E27FC236}">
                  <a16:creationId xmlns:a16="http://schemas.microsoft.com/office/drawing/2014/main" id="{2A3E81FC-4D33-4D47-B953-A6C0095D17B0}"/>
                </a:ext>
              </a:extLst>
            </p:cNvPr>
            <p:cNvSpPr/>
            <p:nvPr/>
          </p:nvSpPr>
          <p:spPr>
            <a:xfrm>
              <a:off x="9347837" y="4245635"/>
              <a:ext cx="431417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35" name="Rechteck 434">
              <a:extLst>
                <a:ext uri="{FF2B5EF4-FFF2-40B4-BE49-F238E27FC236}">
                  <a16:creationId xmlns:a16="http://schemas.microsoft.com/office/drawing/2014/main" id="{87844345-1E25-493B-AB14-A292F4C2C802}"/>
                </a:ext>
              </a:extLst>
            </p:cNvPr>
            <p:cNvSpPr/>
            <p:nvPr/>
          </p:nvSpPr>
          <p:spPr>
            <a:xfrm>
              <a:off x="9778294" y="4245635"/>
              <a:ext cx="431417" cy="2402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36" name="Rechteck 435">
              <a:extLst>
                <a:ext uri="{FF2B5EF4-FFF2-40B4-BE49-F238E27FC236}">
                  <a16:creationId xmlns:a16="http://schemas.microsoft.com/office/drawing/2014/main" id="{F98011C2-F643-40E9-8320-8DA8B474340F}"/>
                </a:ext>
              </a:extLst>
            </p:cNvPr>
            <p:cNvSpPr/>
            <p:nvPr/>
          </p:nvSpPr>
          <p:spPr>
            <a:xfrm>
              <a:off x="10208125" y="4245635"/>
              <a:ext cx="431417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37" name="Rechteck 436">
              <a:extLst>
                <a:ext uri="{FF2B5EF4-FFF2-40B4-BE49-F238E27FC236}">
                  <a16:creationId xmlns:a16="http://schemas.microsoft.com/office/drawing/2014/main" id="{F060412B-4C2B-47CB-ACFB-367E904AE435}"/>
                </a:ext>
              </a:extLst>
            </p:cNvPr>
            <p:cNvSpPr/>
            <p:nvPr/>
          </p:nvSpPr>
          <p:spPr>
            <a:xfrm>
              <a:off x="10638863" y="4245635"/>
              <a:ext cx="431417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38" name="Rechteck 437">
              <a:extLst>
                <a:ext uri="{FF2B5EF4-FFF2-40B4-BE49-F238E27FC236}">
                  <a16:creationId xmlns:a16="http://schemas.microsoft.com/office/drawing/2014/main" id="{20F756D6-772A-4708-A562-C2B3EEA0491D}"/>
                </a:ext>
              </a:extLst>
            </p:cNvPr>
            <p:cNvSpPr/>
            <p:nvPr/>
          </p:nvSpPr>
          <p:spPr>
            <a:xfrm>
              <a:off x="11069320" y="4245635"/>
              <a:ext cx="431417" cy="2402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B2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39" name="Rechteck 438">
              <a:extLst>
                <a:ext uri="{FF2B5EF4-FFF2-40B4-BE49-F238E27FC236}">
                  <a16:creationId xmlns:a16="http://schemas.microsoft.com/office/drawing/2014/main" id="{DFD17897-B995-4500-A9C5-382993AA07A2}"/>
                </a:ext>
              </a:extLst>
            </p:cNvPr>
            <p:cNvSpPr/>
            <p:nvPr/>
          </p:nvSpPr>
          <p:spPr>
            <a:xfrm>
              <a:off x="8626504" y="4245624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440" name="Gerader Verbinder 439">
              <a:extLst>
                <a:ext uri="{FF2B5EF4-FFF2-40B4-BE49-F238E27FC236}">
                  <a16:creationId xmlns:a16="http://schemas.microsoft.com/office/drawing/2014/main" id="{2675279C-924F-49B8-B4D0-A725094322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5226" y="4486101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Gerader Verbinder 440">
              <a:extLst>
                <a:ext uri="{FF2B5EF4-FFF2-40B4-BE49-F238E27FC236}">
                  <a16:creationId xmlns:a16="http://schemas.microsoft.com/office/drawing/2014/main" id="{71530EAC-0BC5-4C07-B0A8-8AFD04CE2B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1767" y="4483171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Gerader Verbinder 441">
              <a:extLst>
                <a:ext uri="{FF2B5EF4-FFF2-40B4-BE49-F238E27FC236}">
                  <a16:creationId xmlns:a16="http://schemas.microsoft.com/office/drawing/2014/main" id="{BFD212C6-1275-42C0-B605-1D4F06C66C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63545" y="4483171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Gerader Verbinder 442">
              <a:extLst>
                <a:ext uri="{FF2B5EF4-FFF2-40B4-BE49-F238E27FC236}">
                  <a16:creationId xmlns:a16="http://schemas.microsoft.com/office/drawing/2014/main" id="{D57BB948-0237-4C0A-B7A7-D9E48162AA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94002" y="4483171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Gerader Verbinder 443">
              <a:extLst>
                <a:ext uri="{FF2B5EF4-FFF2-40B4-BE49-F238E27FC236}">
                  <a16:creationId xmlns:a16="http://schemas.microsoft.com/office/drawing/2014/main" id="{932362AC-1DB6-4F44-850E-843501F716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25780" y="4483171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Gerader Verbinder 444">
              <a:extLst>
                <a:ext uri="{FF2B5EF4-FFF2-40B4-BE49-F238E27FC236}">
                  <a16:creationId xmlns:a16="http://schemas.microsoft.com/office/drawing/2014/main" id="{703FD912-B0E7-4039-9229-852877FD0C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54571" y="4483171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Gerader Verbinder 445">
              <a:extLst>
                <a:ext uri="{FF2B5EF4-FFF2-40B4-BE49-F238E27FC236}">
                  <a16:creationId xmlns:a16="http://schemas.microsoft.com/office/drawing/2014/main" id="{239BDCC0-DC1B-4352-9D6C-CAEA7FC144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86349" y="4483171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7" name="Textfeld 446">
              <a:extLst>
                <a:ext uri="{FF2B5EF4-FFF2-40B4-BE49-F238E27FC236}">
                  <a16:creationId xmlns:a16="http://schemas.microsoft.com/office/drawing/2014/main" id="{102C295A-C44C-4699-BB63-4D829BF10BA5}"/>
                </a:ext>
              </a:extLst>
            </p:cNvPr>
            <p:cNvSpPr txBox="1"/>
            <p:nvPr/>
          </p:nvSpPr>
          <p:spPr>
            <a:xfrm>
              <a:off x="8614979" y="4601671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517" name="Rechteck 516">
              <a:extLst>
                <a:ext uri="{FF2B5EF4-FFF2-40B4-BE49-F238E27FC236}">
                  <a16:creationId xmlns:a16="http://schemas.microsoft.com/office/drawing/2014/main" id="{AF39CAED-B97D-4B79-9DB2-2CEE819D1E8F}"/>
                </a:ext>
              </a:extLst>
            </p:cNvPr>
            <p:cNvSpPr/>
            <p:nvPr/>
          </p:nvSpPr>
          <p:spPr>
            <a:xfrm>
              <a:off x="8632103" y="4147143"/>
              <a:ext cx="290589" cy="946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0B0915AE-FCAA-425F-9FAA-0161CCF3E242}"/>
              </a:ext>
            </a:extLst>
          </p:cNvPr>
          <p:cNvGrpSpPr/>
          <p:nvPr/>
        </p:nvGrpSpPr>
        <p:grpSpPr>
          <a:xfrm>
            <a:off x="8625219" y="4990577"/>
            <a:ext cx="2885758" cy="712591"/>
            <a:chOff x="8625219" y="4990577"/>
            <a:chExt cx="2885758" cy="712591"/>
          </a:xfrm>
        </p:grpSpPr>
        <p:sp>
          <p:nvSpPr>
            <p:cNvPr id="449" name="Rechteck 448">
              <a:extLst>
                <a:ext uri="{FF2B5EF4-FFF2-40B4-BE49-F238E27FC236}">
                  <a16:creationId xmlns:a16="http://schemas.microsoft.com/office/drawing/2014/main" id="{88BCE560-7D3A-49CF-A83E-10032FB5D4AB}"/>
                </a:ext>
              </a:extLst>
            </p:cNvPr>
            <p:cNvSpPr/>
            <p:nvPr/>
          </p:nvSpPr>
          <p:spPr>
            <a:xfrm>
              <a:off x="8927339" y="5085522"/>
              <a:ext cx="431417" cy="240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R1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50" name="Textfeld 449">
              <a:extLst>
                <a:ext uri="{FF2B5EF4-FFF2-40B4-BE49-F238E27FC236}">
                  <a16:creationId xmlns:a16="http://schemas.microsoft.com/office/drawing/2014/main" id="{08EE3B56-AF78-4B86-9B03-FEFCE35123CC}"/>
                </a:ext>
              </a:extLst>
            </p:cNvPr>
            <p:cNvSpPr txBox="1"/>
            <p:nvPr/>
          </p:nvSpPr>
          <p:spPr>
            <a:xfrm>
              <a:off x="9009458" y="5441558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451" name="Textfeld 450">
              <a:extLst>
                <a:ext uri="{FF2B5EF4-FFF2-40B4-BE49-F238E27FC236}">
                  <a16:creationId xmlns:a16="http://schemas.microsoft.com/office/drawing/2014/main" id="{745CE971-E54F-4EA8-9893-65954D425525}"/>
                </a:ext>
              </a:extLst>
            </p:cNvPr>
            <p:cNvSpPr txBox="1"/>
            <p:nvPr/>
          </p:nvSpPr>
          <p:spPr>
            <a:xfrm>
              <a:off x="9443814" y="5441558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452" name="Textfeld 451">
              <a:extLst>
                <a:ext uri="{FF2B5EF4-FFF2-40B4-BE49-F238E27FC236}">
                  <a16:creationId xmlns:a16="http://schemas.microsoft.com/office/drawing/2014/main" id="{9316D9D2-EE5C-4F04-A02B-F229C7FBC15B}"/>
                </a:ext>
              </a:extLst>
            </p:cNvPr>
            <p:cNvSpPr txBox="1"/>
            <p:nvPr/>
          </p:nvSpPr>
          <p:spPr>
            <a:xfrm>
              <a:off x="9874206" y="5441558"/>
              <a:ext cx="2600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C</a:t>
              </a:r>
            </a:p>
          </p:txBody>
        </p:sp>
        <p:sp>
          <p:nvSpPr>
            <p:cNvPr id="453" name="Textfeld 452">
              <a:extLst>
                <a:ext uri="{FF2B5EF4-FFF2-40B4-BE49-F238E27FC236}">
                  <a16:creationId xmlns:a16="http://schemas.microsoft.com/office/drawing/2014/main" id="{2C7195EB-6D7F-4CA2-878F-6B0C5506F6D1}"/>
                </a:ext>
              </a:extLst>
            </p:cNvPr>
            <p:cNvSpPr txBox="1"/>
            <p:nvPr/>
          </p:nvSpPr>
          <p:spPr>
            <a:xfrm>
              <a:off x="10308559" y="5441558"/>
              <a:ext cx="2712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D</a:t>
              </a:r>
            </a:p>
          </p:txBody>
        </p:sp>
        <p:sp>
          <p:nvSpPr>
            <p:cNvPr id="454" name="Textfeld 453">
              <a:extLst>
                <a:ext uri="{FF2B5EF4-FFF2-40B4-BE49-F238E27FC236}">
                  <a16:creationId xmlns:a16="http://schemas.microsoft.com/office/drawing/2014/main" id="{C1B8B89C-278C-4B41-87B4-5197244EF6B7}"/>
                </a:ext>
              </a:extLst>
            </p:cNvPr>
            <p:cNvSpPr txBox="1"/>
            <p:nvPr/>
          </p:nvSpPr>
          <p:spPr>
            <a:xfrm>
              <a:off x="10739334" y="5441558"/>
              <a:ext cx="2535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E</a:t>
              </a:r>
            </a:p>
          </p:txBody>
        </p:sp>
        <p:sp>
          <p:nvSpPr>
            <p:cNvPr id="455" name="Textfeld 454">
              <a:extLst>
                <a:ext uri="{FF2B5EF4-FFF2-40B4-BE49-F238E27FC236}">
                  <a16:creationId xmlns:a16="http://schemas.microsoft.com/office/drawing/2014/main" id="{2DFDFF40-9367-4B92-A096-0428CDCCBB3F}"/>
                </a:ext>
              </a:extLst>
            </p:cNvPr>
            <p:cNvSpPr txBox="1"/>
            <p:nvPr/>
          </p:nvSpPr>
          <p:spPr>
            <a:xfrm>
              <a:off x="11172934" y="5441558"/>
              <a:ext cx="2487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F</a:t>
              </a:r>
            </a:p>
          </p:txBody>
        </p:sp>
        <p:sp>
          <p:nvSpPr>
            <p:cNvPr id="456" name="Rechteck 455">
              <a:extLst>
                <a:ext uri="{FF2B5EF4-FFF2-40B4-BE49-F238E27FC236}">
                  <a16:creationId xmlns:a16="http://schemas.microsoft.com/office/drawing/2014/main" id="{65F2D574-E968-4D4D-A9CB-2BDB14A92D2F}"/>
                </a:ext>
              </a:extLst>
            </p:cNvPr>
            <p:cNvSpPr/>
            <p:nvPr/>
          </p:nvSpPr>
          <p:spPr>
            <a:xfrm>
              <a:off x="9358077" y="5085522"/>
              <a:ext cx="431417" cy="240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G1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57" name="Rechteck 456">
              <a:extLst>
                <a:ext uri="{FF2B5EF4-FFF2-40B4-BE49-F238E27FC236}">
                  <a16:creationId xmlns:a16="http://schemas.microsoft.com/office/drawing/2014/main" id="{DD78EA98-185F-48AC-9525-58EF9FC4BAB5}"/>
                </a:ext>
              </a:extLst>
            </p:cNvPr>
            <p:cNvSpPr/>
            <p:nvPr/>
          </p:nvSpPr>
          <p:spPr>
            <a:xfrm>
              <a:off x="9788534" y="5085522"/>
              <a:ext cx="431417" cy="2402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B1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58" name="Rechteck 457">
              <a:extLst>
                <a:ext uri="{FF2B5EF4-FFF2-40B4-BE49-F238E27FC236}">
                  <a16:creationId xmlns:a16="http://schemas.microsoft.com/office/drawing/2014/main" id="{D72FC709-7FF8-4A50-82F2-B6C4C1B324D0}"/>
                </a:ext>
              </a:extLst>
            </p:cNvPr>
            <p:cNvSpPr/>
            <p:nvPr/>
          </p:nvSpPr>
          <p:spPr>
            <a:xfrm>
              <a:off x="10218365" y="5085522"/>
              <a:ext cx="431417" cy="240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WW1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59" name="Rechteck 458">
              <a:extLst>
                <a:ext uri="{FF2B5EF4-FFF2-40B4-BE49-F238E27FC236}">
                  <a16:creationId xmlns:a16="http://schemas.microsoft.com/office/drawing/2014/main" id="{D1C4332B-31A3-4A28-82F5-07DB47DFBFDF}"/>
                </a:ext>
              </a:extLst>
            </p:cNvPr>
            <p:cNvSpPr/>
            <p:nvPr/>
          </p:nvSpPr>
          <p:spPr>
            <a:xfrm>
              <a:off x="10649103" y="5085522"/>
              <a:ext cx="431417" cy="2402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KW1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60" name="Rechteck 459">
              <a:extLst>
                <a:ext uri="{FF2B5EF4-FFF2-40B4-BE49-F238E27FC236}">
                  <a16:creationId xmlns:a16="http://schemas.microsoft.com/office/drawing/2014/main" id="{B12114A8-81FF-4405-A5B0-08328E62174C}"/>
                </a:ext>
              </a:extLst>
            </p:cNvPr>
            <p:cNvSpPr/>
            <p:nvPr/>
          </p:nvSpPr>
          <p:spPr>
            <a:xfrm>
              <a:off x="11079560" y="5085522"/>
              <a:ext cx="431417" cy="240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</a:rPr>
                <a:t>EK1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61" name="Rechteck 460">
              <a:extLst>
                <a:ext uri="{FF2B5EF4-FFF2-40B4-BE49-F238E27FC236}">
                  <a16:creationId xmlns:a16="http://schemas.microsoft.com/office/drawing/2014/main" id="{BD514BA8-D8D1-417C-9B1B-ACD1C3C17C09}"/>
                </a:ext>
              </a:extLst>
            </p:cNvPr>
            <p:cNvSpPr/>
            <p:nvPr/>
          </p:nvSpPr>
          <p:spPr>
            <a:xfrm>
              <a:off x="8636744" y="5085511"/>
              <a:ext cx="291253" cy="240224"/>
            </a:xfrm>
            <a:prstGeom prst="rect">
              <a:avLst/>
            </a:prstGeom>
            <a:solidFill>
              <a:srgbClr val="FF7D7D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462" name="Gerader Verbinder 461">
              <a:extLst>
                <a:ext uri="{FF2B5EF4-FFF2-40B4-BE49-F238E27FC236}">
                  <a16:creationId xmlns:a16="http://schemas.microsoft.com/office/drawing/2014/main" id="{6A998D17-3C45-4CC5-B8C9-79FE18D0B2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75466" y="532598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Gerader Verbinder 462">
              <a:extLst>
                <a:ext uri="{FF2B5EF4-FFF2-40B4-BE49-F238E27FC236}">
                  <a16:creationId xmlns:a16="http://schemas.microsoft.com/office/drawing/2014/main" id="{5E8DD942-C912-44EF-9F7E-383AE8D327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2007" y="5323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Gerader Verbinder 463">
              <a:extLst>
                <a:ext uri="{FF2B5EF4-FFF2-40B4-BE49-F238E27FC236}">
                  <a16:creationId xmlns:a16="http://schemas.microsoft.com/office/drawing/2014/main" id="{7B9CB3C6-3B48-4BC9-BC80-690E72CF80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73785" y="5323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Gerader Verbinder 464">
              <a:extLst>
                <a:ext uri="{FF2B5EF4-FFF2-40B4-BE49-F238E27FC236}">
                  <a16:creationId xmlns:a16="http://schemas.microsoft.com/office/drawing/2014/main" id="{B61B4522-0450-4B82-A562-781A6CE445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4242" y="5323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Gerader Verbinder 465">
              <a:extLst>
                <a:ext uri="{FF2B5EF4-FFF2-40B4-BE49-F238E27FC236}">
                  <a16:creationId xmlns:a16="http://schemas.microsoft.com/office/drawing/2014/main" id="{16A67AE6-4B69-4A3A-AE62-241F5A88E0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6020" y="5323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Gerader Verbinder 466">
              <a:extLst>
                <a:ext uri="{FF2B5EF4-FFF2-40B4-BE49-F238E27FC236}">
                  <a16:creationId xmlns:a16="http://schemas.microsoft.com/office/drawing/2014/main" id="{9A44DA99-C55F-4D80-BFAA-58AB94C48D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64811" y="5323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Gerader Verbinder 467">
              <a:extLst>
                <a:ext uri="{FF2B5EF4-FFF2-40B4-BE49-F238E27FC236}">
                  <a16:creationId xmlns:a16="http://schemas.microsoft.com/office/drawing/2014/main" id="{3A7DFB51-EDD6-41F0-B61B-8951E660A0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6589" y="5323058"/>
              <a:ext cx="0" cy="127578"/>
            </a:xfrm>
            <a:prstGeom prst="line">
              <a:avLst/>
            </a:prstGeom>
            <a:ln w="12700" cmpd="sng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9" name="Textfeld 468">
              <a:extLst>
                <a:ext uri="{FF2B5EF4-FFF2-40B4-BE49-F238E27FC236}">
                  <a16:creationId xmlns:a16="http://schemas.microsoft.com/office/drawing/2014/main" id="{F226EE02-C143-4C63-94AC-C7E2A44E2DEE}"/>
                </a:ext>
              </a:extLst>
            </p:cNvPr>
            <p:cNvSpPr txBox="1"/>
            <p:nvPr/>
          </p:nvSpPr>
          <p:spPr>
            <a:xfrm>
              <a:off x="8625219" y="5441558"/>
              <a:ext cx="3353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V+</a:t>
              </a:r>
            </a:p>
          </p:txBody>
        </p:sp>
        <p:sp>
          <p:nvSpPr>
            <p:cNvPr id="518" name="Rechteck 517">
              <a:extLst>
                <a:ext uri="{FF2B5EF4-FFF2-40B4-BE49-F238E27FC236}">
                  <a16:creationId xmlns:a16="http://schemas.microsoft.com/office/drawing/2014/main" id="{6CD8E0E5-BF80-47FA-A6C8-5A8ABE9BBA8E}"/>
                </a:ext>
              </a:extLst>
            </p:cNvPr>
            <p:cNvSpPr/>
            <p:nvPr/>
          </p:nvSpPr>
          <p:spPr>
            <a:xfrm>
              <a:off x="8632103" y="4990577"/>
              <a:ext cx="290589" cy="946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06351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elle 16">
            <a:extLst>
              <a:ext uri="{FF2B5EF4-FFF2-40B4-BE49-F238E27FC236}">
                <a16:creationId xmlns:a16="http://schemas.microsoft.com/office/drawing/2014/main" id="{314DFFCF-035A-4110-9C16-71BD02B80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311361"/>
              </p:ext>
            </p:extLst>
          </p:nvPr>
        </p:nvGraphicFramePr>
        <p:xfrm>
          <a:off x="544931" y="3696443"/>
          <a:ext cx="3159940" cy="182880"/>
        </p:xfrm>
        <a:graphic>
          <a:graphicData uri="http://schemas.openxmlformats.org/drawingml/2006/table">
            <a:tbl>
              <a:tblPr bandRow="1">
                <a:effectLst/>
                <a:tableStyleId>{5C22544A-7EE6-4342-B048-85BDC9FD1C3A}</a:tableStyleId>
              </a:tblPr>
              <a:tblGrid>
                <a:gridCol w="451420">
                  <a:extLst>
                    <a:ext uri="{9D8B030D-6E8A-4147-A177-3AD203B41FA5}">
                      <a16:colId xmlns:a16="http://schemas.microsoft.com/office/drawing/2014/main" val="3213005197"/>
                    </a:ext>
                  </a:extLst>
                </a:gridCol>
                <a:gridCol w="451420">
                  <a:extLst>
                    <a:ext uri="{9D8B030D-6E8A-4147-A177-3AD203B41FA5}">
                      <a16:colId xmlns:a16="http://schemas.microsoft.com/office/drawing/2014/main" val="2273598585"/>
                    </a:ext>
                  </a:extLst>
                </a:gridCol>
                <a:gridCol w="451420">
                  <a:extLst>
                    <a:ext uri="{9D8B030D-6E8A-4147-A177-3AD203B41FA5}">
                      <a16:colId xmlns:a16="http://schemas.microsoft.com/office/drawing/2014/main" val="3896253277"/>
                    </a:ext>
                  </a:extLst>
                </a:gridCol>
                <a:gridCol w="451420">
                  <a:extLst>
                    <a:ext uri="{9D8B030D-6E8A-4147-A177-3AD203B41FA5}">
                      <a16:colId xmlns:a16="http://schemas.microsoft.com/office/drawing/2014/main" val="3813640509"/>
                    </a:ext>
                  </a:extLst>
                </a:gridCol>
                <a:gridCol w="451420">
                  <a:extLst>
                    <a:ext uri="{9D8B030D-6E8A-4147-A177-3AD203B41FA5}">
                      <a16:colId xmlns:a16="http://schemas.microsoft.com/office/drawing/2014/main" val="1176278402"/>
                    </a:ext>
                  </a:extLst>
                </a:gridCol>
                <a:gridCol w="451420">
                  <a:extLst>
                    <a:ext uri="{9D8B030D-6E8A-4147-A177-3AD203B41FA5}">
                      <a16:colId xmlns:a16="http://schemas.microsoft.com/office/drawing/2014/main" val="4111233001"/>
                    </a:ext>
                  </a:extLst>
                </a:gridCol>
                <a:gridCol w="451420">
                  <a:extLst>
                    <a:ext uri="{9D8B030D-6E8A-4147-A177-3AD203B41FA5}">
                      <a16:colId xmlns:a16="http://schemas.microsoft.com/office/drawing/2014/main" val="1749566262"/>
                    </a:ext>
                  </a:extLst>
                </a:gridCol>
              </a:tblGrid>
              <a:tr h="128134">
                <a:tc>
                  <a:txBody>
                    <a:bodyPr/>
                    <a:lstStyle/>
                    <a:p>
                      <a:pPr algn="l"/>
                      <a:r>
                        <a:rPr lang="de-DE" sz="1200" b="1" dirty="0">
                          <a:solidFill>
                            <a:schemeClr val="tx1"/>
                          </a:solidFill>
                        </a:rPr>
                        <a:t>  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1" dirty="0">
                          <a:solidFill>
                            <a:schemeClr val="tx1"/>
                          </a:solidFill>
                        </a:rPr>
                        <a:t>       24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272810"/>
                  </a:ext>
                </a:extLst>
              </a:tr>
            </a:tbl>
          </a:graphicData>
        </a:graphic>
      </p:graphicFrame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7002ACC4-1A7C-4E05-A478-D19D22B4F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755847"/>
              </p:ext>
            </p:extLst>
          </p:nvPr>
        </p:nvGraphicFramePr>
        <p:xfrm>
          <a:off x="546354" y="1029792"/>
          <a:ext cx="3159948" cy="128134"/>
        </p:xfrm>
        <a:graphic>
          <a:graphicData uri="http://schemas.openxmlformats.org/drawingml/2006/table">
            <a:tbl>
              <a:tblPr bandRow="1">
                <a:effectLst/>
                <a:tableStyleId>{5C22544A-7EE6-4342-B048-85BDC9FD1C3A}</a:tableStyleId>
              </a:tblPr>
              <a:tblGrid>
                <a:gridCol w="263329">
                  <a:extLst>
                    <a:ext uri="{9D8B030D-6E8A-4147-A177-3AD203B41FA5}">
                      <a16:colId xmlns:a16="http://schemas.microsoft.com/office/drawing/2014/main" val="3213005197"/>
                    </a:ext>
                  </a:extLst>
                </a:gridCol>
                <a:gridCol w="263329">
                  <a:extLst>
                    <a:ext uri="{9D8B030D-6E8A-4147-A177-3AD203B41FA5}">
                      <a16:colId xmlns:a16="http://schemas.microsoft.com/office/drawing/2014/main" val="2273598585"/>
                    </a:ext>
                  </a:extLst>
                </a:gridCol>
                <a:gridCol w="263329">
                  <a:extLst>
                    <a:ext uri="{9D8B030D-6E8A-4147-A177-3AD203B41FA5}">
                      <a16:colId xmlns:a16="http://schemas.microsoft.com/office/drawing/2014/main" val="3896253277"/>
                    </a:ext>
                  </a:extLst>
                </a:gridCol>
                <a:gridCol w="263329">
                  <a:extLst>
                    <a:ext uri="{9D8B030D-6E8A-4147-A177-3AD203B41FA5}">
                      <a16:colId xmlns:a16="http://schemas.microsoft.com/office/drawing/2014/main" val="864704082"/>
                    </a:ext>
                  </a:extLst>
                </a:gridCol>
                <a:gridCol w="263329">
                  <a:extLst>
                    <a:ext uri="{9D8B030D-6E8A-4147-A177-3AD203B41FA5}">
                      <a16:colId xmlns:a16="http://schemas.microsoft.com/office/drawing/2014/main" val="3813640509"/>
                    </a:ext>
                  </a:extLst>
                </a:gridCol>
                <a:gridCol w="263329">
                  <a:extLst>
                    <a:ext uri="{9D8B030D-6E8A-4147-A177-3AD203B41FA5}">
                      <a16:colId xmlns:a16="http://schemas.microsoft.com/office/drawing/2014/main" val="1176278402"/>
                    </a:ext>
                  </a:extLst>
                </a:gridCol>
                <a:gridCol w="263329">
                  <a:extLst>
                    <a:ext uri="{9D8B030D-6E8A-4147-A177-3AD203B41FA5}">
                      <a16:colId xmlns:a16="http://schemas.microsoft.com/office/drawing/2014/main" val="4111233001"/>
                    </a:ext>
                  </a:extLst>
                </a:gridCol>
                <a:gridCol w="263329">
                  <a:extLst>
                    <a:ext uri="{9D8B030D-6E8A-4147-A177-3AD203B41FA5}">
                      <a16:colId xmlns:a16="http://schemas.microsoft.com/office/drawing/2014/main" val="1749566262"/>
                    </a:ext>
                  </a:extLst>
                </a:gridCol>
                <a:gridCol w="263329">
                  <a:extLst>
                    <a:ext uri="{9D8B030D-6E8A-4147-A177-3AD203B41FA5}">
                      <a16:colId xmlns:a16="http://schemas.microsoft.com/office/drawing/2014/main" val="1646710767"/>
                    </a:ext>
                  </a:extLst>
                </a:gridCol>
                <a:gridCol w="263329">
                  <a:extLst>
                    <a:ext uri="{9D8B030D-6E8A-4147-A177-3AD203B41FA5}">
                      <a16:colId xmlns:a16="http://schemas.microsoft.com/office/drawing/2014/main" val="786194489"/>
                    </a:ext>
                  </a:extLst>
                </a:gridCol>
                <a:gridCol w="263329">
                  <a:extLst>
                    <a:ext uri="{9D8B030D-6E8A-4147-A177-3AD203B41FA5}">
                      <a16:colId xmlns:a16="http://schemas.microsoft.com/office/drawing/2014/main" val="1174201792"/>
                    </a:ext>
                  </a:extLst>
                </a:gridCol>
                <a:gridCol w="263329">
                  <a:extLst>
                    <a:ext uri="{9D8B030D-6E8A-4147-A177-3AD203B41FA5}">
                      <a16:colId xmlns:a16="http://schemas.microsoft.com/office/drawing/2014/main" val="449023394"/>
                    </a:ext>
                  </a:extLst>
                </a:gridCol>
              </a:tblGrid>
              <a:tr h="128134">
                <a:tc>
                  <a:txBody>
                    <a:bodyPr/>
                    <a:lstStyle/>
                    <a:p>
                      <a:pPr algn="ctr"/>
                      <a:r>
                        <a:rPr lang="de-DE" sz="700" b="1" dirty="0">
                          <a:solidFill>
                            <a:schemeClr val="tx1"/>
                          </a:solidFill>
                        </a:rPr>
                        <a:t>1000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dirty="0">
                          <a:solidFill>
                            <a:schemeClr val="tx1"/>
                          </a:solidFill>
                        </a:rPr>
                        <a:t>2000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dirty="0">
                          <a:solidFill>
                            <a:schemeClr val="tx1"/>
                          </a:solidFill>
                        </a:rPr>
                        <a:t>3000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dirty="0">
                          <a:solidFill>
                            <a:schemeClr val="tx1"/>
                          </a:solidFill>
                        </a:rPr>
                        <a:t>4000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dirty="0">
                          <a:solidFill>
                            <a:schemeClr val="tx1"/>
                          </a:solidFill>
                        </a:rPr>
                        <a:t>5000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dirty="0">
                          <a:solidFill>
                            <a:schemeClr val="tx1"/>
                          </a:solidFill>
                        </a:rPr>
                        <a:t>6000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dirty="0">
                          <a:solidFill>
                            <a:schemeClr val="tx1"/>
                          </a:solidFill>
                        </a:rPr>
                        <a:t>7000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dirty="0">
                          <a:solidFill>
                            <a:schemeClr val="tx1"/>
                          </a:solidFill>
                        </a:rPr>
                        <a:t>8000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dirty="0">
                          <a:solidFill>
                            <a:schemeClr val="tx1"/>
                          </a:solidFill>
                        </a:rPr>
                        <a:t>9000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dirty="0">
                          <a:solidFill>
                            <a:schemeClr val="tx1"/>
                          </a:solidFill>
                        </a:rPr>
                        <a:t>10000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dirty="0">
                          <a:solidFill>
                            <a:schemeClr val="tx1"/>
                          </a:solidFill>
                        </a:rPr>
                        <a:t>11000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dirty="0">
                          <a:solidFill>
                            <a:schemeClr val="tx1"/>
                          </a:solidFill>
                        </a:rPr>
                        <a:t>12000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272810"/>
                  </a:ext>
                </a:extLst>
              </a:tr>
            </a:tbl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6BF88555-D949-42D1-AD02-A6E59386DCF2}"/>
              </a:ext>
            </a:extLst>
          </p:cNvPr>
          <p:cNvSpPr/>
          <p:nvPr/>
        </p:nvSpPr>
        <p:spPr>
          <a:xfrm>
            <a:off x="546354" y="497054"/>
            <a:ext cx="3159949" cy="518539"/>
          </a:xfrm>
          <a:prstGeom prst="rect">
            <a:avLst/>
          </a:prstGeom>
          <a:gradFill>
            <a:gsLst>
              <a:gs pos="15000">
                <a:srgbClr val="F2A16A"/>
              </a:gs>
              <a:gs pos="0">
                <a:srgbClr val="FF3C15"/>
              </a:gs>
              <a:gs pos="5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8E9021E9-8FDD-47B7-9725-7A630ED24C77}"/>
              </a:ext>
            </a:extLst>
          </p:cNvPr>
          <p:cNvCxnSpPr>
            <a:cxnSpLocks/>
          </p:cNvCxnSpPr>
          <p:nvPr/>
        </p:nvCxnSpPr>
        <p:spPr>
          <a:xfrm>
            <a:off x="544950" y="1018506"/>
            <a:ext cx="315994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B62AEC9F-39D6-4BE4-83A4-D50CA1AA3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006201"/>
              </p:ext>
            </p:extLst>
          </p:nvPr>
        </p:nvGraphicFramePr>
        <p:xfrm>
          <a:off x="544948" y="1879161"/>
          <a:ext cx="3159952" cy="152400"/>
        </p:xfrm>
        <a:graphic>
          <a:graphicData uri="http://schemas.openxmlformats.org/drawingml/2006/table">
            <a:tbl>
              <a:tblPr bandRow="1">
                <a:effectLst/>
                <a:tableStyleId>{5C22544A-7EE6-4342-B048-85BDC9FD1C3A}</a:tableStyleId>
              </a:tblPr>
              <a:tblGrid>
                <a:gridCol w="394994">
                  <a:extLst>
                    <a:ext uri="{9D8B030D-6E8A-4147-A177-3AD203B41FA5}">
                      <a16:colId xmlns:a16="http://schemas.microsoft.com/office/drawing/2014/main" val="3213005197"/>
                    </a:ext>
                  </a:extLst>
                </a:gridCol>
                <a:gridCol w="394994">
                  <a:extLst>
                    <a:ext uri="{9D8B030D-6E8A-4147-A177-3AD203B41FA5}">
                      <a16:colId xmlns:a16="http://schemas.microsoft.com/office/drawing/2014/main" val="2273598585"/>
                    </a:ext>
                  </a:extLst>
                </a:gridCol>
                <a:gridCol w="394994">
                  <a:extLst>
                    <a:ext uri="{9D8B030D-6E8A-4147-A177-3AD203B41FA5}">
                      <a16:colId xmlns:a16="http://schemas.microsoft.com/office/drawing/2014/main" val="3896253277"/>
                    </a:ext>
                  </a:extLst>
                </a:gridCol>
                <a:gridCol w="394994">
                  <a:extLst>
                    <a:ext uri="{9D8B030D-6E8A-4147-A177-3AD203B41FA5}">
                      <a16:colId xmlns:a16="http://schemas.microsoft.com/office/drawing/2014/main" val="864704082"/>
                    </a:ext>
                  </a:extLst>
                </a:gridCol>
                <a:gridCol w="394994">
                  <a:extLst>
                    <a:ext uri="{9D8B030D-6E8A-4147-A177-3AD203B41FA5}">
                      <a16:colId xmlns:a16="http://schemas.microsoft.com/office/drawing/2014/main" val="3813640509"/>
                    </a:ext>
                  </a:extLst>
                </a:gridCol>
                <a:gridCol w="394994">
                  <a:extLst>
                    <a:ext uri="{9D8B030D-6E8A-4147-A177-3AD203B41FA5}">
                      <a16:colId xmlns:a16="http://schemas.microsoft.com/office/drawing/2014/main" val="1176278402"/>
                    </a:ext>
                  </a:extLst>
                </a:gridCol>
                <a:gridCol w="394994">
                  <a:extLst>
                    <a:ext uri="{9D8B030D-6E8A-4147-A177-3AD203B41FA5}">
                      <a16:colId xmlns:a16="http://schemas.microsoft.com/office/drawing/2014/main" val="4111233001"/>
                    </a:ext>
                  </a:extLst>
                </a:gridCol>
                <a:gridCol w="394994">
                  <a:extLst>
                    <a:ext uri="{9D8B030D-6E8A-4147-A177-3AD203B41FA5}">
                      <a16:colId xmlns:a16="http://schemas.microsoft.com/office/drawing/2014/main" val="1749566262"/>
                    </a:ext>
                  </a:extLst>
                </a:gridCol>
              </a:tblGrid>
              <a:tr h="128134"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solidFill>
                            <a:schemeClr val="tx1"/>
                          </a:solidFill>
                        </a:rPr>
                        <a:t>1000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solidFill>
                            <a:schemeClr val="tx1"/>
                          </a:solidFill>
                        </a:rPr>
                        <a:t>2000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solidFill>
                            <a:schemeClr val="tx1"/>
                          </a:solidFill>
                        </a:rPr>
                        <a:t>3000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solidFill>
                            <a:schemeClr val="tx1"/>
                          </a:solidFill>
                        </a:rPr>
                        <a:t>4000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solidFill>
                            <a:schemeClr val="tx1"/>
                          </a:solidFill>
                        </a:rPr>
                        <a:t>5000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solidFill>
                            <a:schemeClr val="tx1"/>
                          </a:solidFill>
                        </a:rPr>
                        <a:t>6000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solidFill>
                            <a:schemeClr val="tx1"/>
                          </a:solidFill>
                        </a:rPr>
                        <a:t>7000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solidFill>
                            <a:schemeClr val="tx1"/>
                          </a:solidFill>
                        </a:rPr>
                        <a:t>8000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272810"/>
                  </a:ext>
                </a:extLst>
              </a:tr>
            </a:tbl>
          </a:graphicData>
        </a:graphic>
      </p:graphicFrame>
      <p:sp>
        <p:nvSpPr>
          <p:cNvPr id="8" name="Rechteck 7">
            <a:extLst>
              <a:ext uri="{FF2B5EF4-FFF2-40B4-BE49-F238E27FC236}">
                <a16:creationId xmlns:a16="http://schemas.microsoft.com/office/drawing/2014/main" id="{B78B9FB0-919D-4E8B-911F-22A9B6602D2E}"/>
              </a:ext>
            </a:extLst>
          </p:cNvPr>
          <p:cNvSpPr/>
          <p:nvPr/>
        </p:nvSpPr>
        <p:spPr>
          <a:xfrm>
            <a:off x="546354" y="1346423"/>
            <a:ext cx="3159949" cy="518539"/>
          </a:xfrm>
          <a:prstGeom prst="rect">
            <a:avLst/>
          </a:prstGeom>
          <a:gradFill>
            <a:gsLst>
              <a:gs pos="27000">
                <a:srgbClr val="F2A16A"/>
              </a:gs>
              <a:gs pos="0">
                <a:srgbClr val="FF3C15"/>
              </a:gs>
              <a:gs pos="76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53DE379B-D310-4E85-A5D9-1C35810628E4}"/>
              </a:ext>
            </a:extLst>
          </p:cNvPr>
          <p:cNvCxnSpPr>
            <a:cxnSpLocks/>
          </p:cNvCxnSpPr>
          <p:nvPr/>
        </p:nvCxnSpPr>
        <p:spPr>
          <a:xfrm>
            <a:off x="544950" y="1867875"/>
            <a:ext cx="315994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6D78B382-7995-465F-81BE-D0E15ACDCF08}"/>
              </a:ext>
            </a:extLst>
          </p:cNvPr>
          <p:cNvSpPr txBox="1"/>
          <p:nvPr/>
        </p:nvSpPr>
        <p:spPr>
          <a:xfrm>
            <a:off x="544948" y="2286913"/>
            <a:ext cx="3159948" cy="1359673"/>
          </a:xfrm>
          <a:prstGeom prst="rect">
            <a:avLst/>
          </a:prstGeom>
          <a:gradFill flip="none" rotWithShape="1">
            <a:gsLst>
              <a:gs pos="15000">
                <a:srgbClr val="FF9933"/>
              </a:gs>
              <a:gs pos="0">
                <a:srgbClr val="FF9933"/>
              </a:gs>
              <a:gs pos="42000">
                <a:srgbClr val="F2A16A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A9E74356-5711-41FC-B3FE-1301ABAA58C7}"/>
              </a:ext>
            </a:extLst>
          </p:cNvPr>
          <p:cNvCxnSpPr/>
          <p:nvPr/>
        </p:nvCxnSpPr>
        <p:spPr>
          <a:xfrm>
            <a:off x="544948" y="3646586"/>
            <a:ext cx="315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C22924E7-7126-4DC1-AB0A-9FCC942120CC}"/>
              </a:ext>
            </a:extLst>
          </p:cNvPr>
          <p:cNvCxnSpPr/>
          <p:nvPr/>
        </p:nvCxnSpPr>
        <p:spPr>
          <a:xfrm>
            <a:off x="544948" y="2286913"/>
            <a:ext cx="0" cy="14945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39698F1-D46C-414D-BF1C-BE180A404E26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2124901" y="3646585"/>
            <a:ext cx="1200" cy="498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6932505-B707-4F9B-94BF-70AB7F1436BC}"/>
              </a:ext>
            </a:extLst>
          </p:cNvPr>
          <p:cNvCxnSpPr>
            <a:cxnSpLocks/>
          </p:cNvCxnSpPr>
          <p:nvPr/>
        </p:nvCxnSpPr>
        <p:spPr>
          <a:xfrm>
            <a:off x="3704896" y="3646585"/>
            <a:ext cx="0" cy="1348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fik 22">
            <a:extLst>
              <a:ext uri="{FF2B5EF4-FFF2-40B4-BE49-F238E27FC236}">
                <a16:creationId xmlns:a16="http://schemas.microsoft.com/office/drawing/2014/main" id="{CB7D55BB-418B-4751-AC62-6F7F865D9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525" y="3696443"/>
            <a:ext cx="304800" cy="30480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8925CCE7-B378-4C88-BE3F-DF4587D22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085" y="3696443"/>
            <a:ext cx="304800" cy="304800"/>
          </a:xfrm>
          <a:prstGeom prst="rect">
            <a:avLst/>
          </a:prstGeom>
        </p:spPr>
      </p:pic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B84C8F3A-512E-48FF-8E64-A0DB6843889F}"/>
              </a:ext>
            </a:extLst>
          </p:cNvPr>
          <p:cNvCxnSpPr>
            <a:cxnSpLocks/>
          </p:cNvCxnSpPr>
          <p:nvPr/>
        </p:nvCxnSpPr>
        <p:spPr>
          <a:xfrm>
            <a:off x="409575" y="3381375"/>
            <a:ext cx="3295295" cy="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E48310A9-EEAD-4E0B-AF0C-8534CD9651EE}"/>
              </a:ext>
            </a:extLst>
          </p:cNvPr>
          <p:cNvCxnSpPr>
            <a:cxnSpLocks/>
          </p:cNvCxnSpPr>
          <p:nvPr/>
        </p:nvCxnSpPr>
        <p:spPr>
          <a:xfrm>
            <a:off x="409575" y="2528888"/>
            <a:ext cx="3295295" cy="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hteck 30">
            <a:extLst>
              <a:ext uri="{FF2B5EF4-FFF2-40B4-BE49-F238E27FC236}">
                <a16:creationId xmlns:a16="http://schemas.microsoft.com/office/drawing/2014/main" id="{ED01CE41-2D89-41FF-9721-FB5B35251012}"/>
              </a:ext>
            </a:extLst>
          </p:cNvPr>
          <p:cNvSpPr/>
          <p:nvPr/>
        </p:nvSpPr>
        <p:spPr>
          <a:xfrm>
            <a:off x="47337" y="2398083"/>
            <a:ext cx="4187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1000" b="1" dirty="0"/>
              <a:t>Max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84BB6511-75B5-4D43-853A-1540D0487A01}"/>
              </a:ext>
            </a:extLst>
          </p:cNvPr>
          <p:cNvSpPr/>
          <p:nvPr/>
        </p:nvSpPr>
        <p:spPr>
          <a:xfrm>
            <a:off x="57757" y="3258264"/>
            <a:ext cx="39786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1000" b="1" dirty="0"/>
              <a:t>Min</a:t>
            </a:r>
          </a:p>
        </p:txBody>
      </p: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0E62FA08-E1EC-454B-8C12-E9E5B8A2884E}"/>
              </a:ext>
            </a:extLst>
          </p:cNvPr>
          <p:cNvGrpSpPr/>
          <p:nvPr/>
        </p:nvGrpSpPr>
        <p:grpSpPr>
          <a:xfrm>
            <a:off x="544931" y="2532097"/>
            <a:ext cx="1571643" cy="851213"/>
            <a:chOff x="544931" y="2532097"/>
            <a:chExt cx="1571643" cy="851213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8355CD14-E5D7-4CB1-9B3D-4450BDEB5E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931" y="3381374"/>
              <a:ext cx="789994" cy="1"/>
            </a:xfrm>
            <a:prstGeom prst="line">
              <a:avLst/>
            </a:prstGeom>
            <a:ln w="25400">
              <a:solidFill>
                <a:srgbClr val="C00000">
                  <a:alpha val="7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B882BF72-4683-4338-9216-F60DE7DFED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4925" y="3238838"/>
              <a:ext cx="117812" cy="144472"/>
            </a:xfrm>
            <a:prstGeom prst="line">
              <a:avLst/>
            </a:prstGeom>
            <a:ln w="25400">
              <a:solidFill>
                <a:srgbClr val="C00000">
                  <a:alpha val="7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r Verbinder 38">
              <a:extLst>
                <a:ext uri="{FF2B5EF4-FFF2-40B4-BE49-F238E27FC236}">
                  <a16:creationId xmlns:a16="http://schemas.microsoft.com/office/drawing/2014/main" id="{641A49D0-34BF-4783-B0E4-00907D6761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49562" y="2912626"/>
              <a:ext cx="104601" cy="326473"/>
            </a:xfrm>
            <a:prstGeom prst="line">
              <a:avLst/>
            </a:prstGeom>
            <a:ln w="25400">
              <a:solidFill>
                <a:srgbClr val="C00000">
                  <a:alpha val="7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1789D57C-1A2B-4E1D-81E0-F1FEB3850F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51587" y="2652569"/>
              <a:ext cx="253432" cy="261341"/>
            </a:xfrm>
            <a:prstGeom prst="line">
              <a:avLst/>
            </a:prstGeom>
            <a:ln w="25400">
              <a:solidFill>
                <a:srgbClr val="C00000">
                  <a:alpha val="7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A59E4A7E-A3B2-4742-98C2-653231E521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2443" y="2532097"/>
              <a:ext cx="314131" cy="121113"/>
            </a:xfrm>
            <a:prstGeom prst="line">
              <a:avLst/>
            </a:prstGeom>
            <a:ln w="25400">
              <a:solidFill>
                <a:srgbClr val="C00000">
                  <a:alpha val="7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E91FA4C0-AEA4-456C-95DB-84988FAAC6CC}"/>
              </a:ext>
            </a:extLst>
          </p:cNvPr>
          <p:cNvGrpSpPr/>
          <p:nvPr/>
        </p:nvGrpSpPr>
        <p:grpSpPr>
          <a:xfrm>
            <a:off x="2116574" y="2532097"/>
            <a:ext cx="1571643" cy="851213"/>
            <a:chOff x="2116574" y="2532097"/>
            <a:chExt cx="1571643" cy="851213"/>
          </a:xfrm>
        </p:grpSpPr>
        <p:cxnSp>
          <p:nvCxnSpPr>
            <p:cNvPr id="60" name="Gerader Verbinder 59">
              <a:extLst>
                <a:ext uri="{FF2B5EF4-FFF2-40B4-BE49-F238E27FC236}">
                  <a16:creationId xmlns:a16="http://schemas.microsoft.com/office/drawing/2014/main" id="{64EC05EA-1557-4910-A0B2-1910E869B3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98223" y="3381374"/>
              <a:ext cx="789994" cy="1"/>
            </a:xfrm>
            <a:prstGeom prst="line">
              <a:avLst/>
            </a:prstGeom>
            <a:ln w="25400">
              <a:solidFill>
                <a:srgbClr val="C00000">
                  <a:alpha val="7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46DEC3A6-6B50-4A17-874F-44E860A7BD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0411" y="3238838"/>
              <a:ext cx="117812" cy="144472"/>
            </a:xfrm>
            <a:prstGeom prst="line">
              <a:avLst/>
            </a:prstGeom>
            <a:ln w="25400">
              <a:solidFill>
                <a:srgbClr val="C00000">
                  <a:alpha val="7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51A6A169-0AA8-4EC7-AFBF-FDE7ED259B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8985" y="2912626"/>
              <a:ext cx="104601" cy="326473"/>
            </a:xfrm>
            <a:prstGeom prst="line">
              <a:avLst/>
            </a:prstGeom>
            <a:ln w="25400">
              <a:solidFill>
                <a:srgbClr val="C00000">
                  <a:alpha val="7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53357D5-7EBB-4594-9044-E0E8F2B872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28129" y="2652569"/>
              <a:ext cx="253432" cy="261341"/>
            </a:xfrm>
            <a:prstGeom prst="line">
              <a:avLst/>
            </a:prstGeom>
            <a:ln w="25400">
              <a:solidFill>
                <a:srgbClr val="C00000">
                  <a:alpha val="7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34EC7AE6-5036-434E-B76F-80B4BE99C6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6574" y="2532097"/>
              <a:ext cx="314131" cy="121113"/>
            </a:xfrm>
            <a:prstGeom prst="line">
              <a:avLst/>
            </a:prstGeom>
            <a:ln w="25400">
              <a:solidFill>
                <a:srgbClr val="C00000">
                  <a:alpha val="7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C132D6D1-83A8-427F-A85B-09AC6754E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622436"/>
              </p:ext>
            </p:extLst>
          </p:nvPr>
        </p:nvGraphicFramePr>
        <p:xfrm>
          <a:off x="555351" y="5593851"/>
          <a:ext cx="3159940" cy="182880"/>
        </p:xfrm>
        <a:graphic>
          <a:graphicData uri="http://schemas.openxmlformats.org/drawingml/2006/table">
            <a:tbl>
              <a:tblPr bandRow="1">
                <a:effectLst/>
                <a:tableStyleId>{5C22544A-7EE6-4342-B048-85BDC9FD1C3A}</a:tableStyleId>
              </a:tblPr>
              <a:tblGrid>
                <a:gridCol w="451420">
                  <a:extLst>
                    <a:ext uri="{9D8B030D-6E8A-4147-A177-3AD203B41FA5}">
                      <a16:colId xmlns:a16="http://schemas.microsoft.com/office/drawing/2014/main" val="3213005197"/>
                    </a:ext>
                  </a:extLst>
                </a:gridCol>
                <a:gridCol w="451420">
                  <a:extLst>
                    <a:ext uri="{9D8B030D-6E8A-4147-A177-3AD203B41FA5}">
                      <a16:colId xmlns:a16="http://schemas.microsoft.com/office/drawing/2014/main" val="2273598585"/>
                    </a:ext>
                  </a:extLst>
                </a:gridCol>
                <a:gridCol w="451420">
                  <a:extLst>
                    <a:ext uri="{9D8B030D-6E8A-4147-A177-3AD203B41FA5}">
                      <a16:colId xmlns:a16="http://schemas.microsoft.com/office/drawing/2014/main" val="3896253277"/>
                    </a:ext>
                  </a:extLst>
                </a:gridCol>
                <a:gridCol w="451420">
                  <a:extLst>
                    <a:ext uri="{9D8B030D-6E8A-4147-A177-3AD203B41FA5}">
                      <a16:colId xmlns:a16="http://schemas.microsoft.com/office/drawing/2014/main" val="3813640509"/>
                    </a:ext>
                  </a:extLst>
                </a:gridCol>
                <a:gridCol w="451420">
                  <a:extLst>
                    <a:ext uri="{9D8B030D-6E8A-4147-A177-3AD203B41FA5}">
                      <a16:colId xmlns:a16="http://schemas.microsoft.com/office/drawing/2014/main" val="1176278402"/>
                    </a:ext>
                  </a:extLst>
                </a:gridCol>
                <a:gridCol w="451420">
                  <a:extLst>
                    <a:ext uri="{9D8B030D-6E8A-4147-A177-3AD203B41FA5}">
                      <a16:colId xmlns:a16="http://schemas.microsoft.com/office/drawing/2014/main" val="4111233001"/>
                    </a:ext>
                  </a:extLst>
                </a:gridCol>
                <a:gridCol w="451420">
                  <a:extLst>
                    <a:ext uri="{9D8B030D-6E8A-4147-A177-3AD203B41FA5}">
                      <a16:colId xmlns:a16="http://schemas.microsoft.com/office/drawing/2014/main" val="1749566262"/>
                    </a:ext>
                  </a:extLst>
                </a:gridCol>
              </a:tblGrid>
              <a:tr h="128134">
                <a:tc>
                  <a:txBody>
                    <a:bodyPr/>
                    <a:lstStyle/>
                    <a:p>
                      <a:pPr algn="l"/>
                      <a:r>
                        <a:rPr lang="de-DE" sz="1200" b="1" dirty="0">
                          <a:solidFill>
                            <a:schemeClr val="tx1"/>
                          </a:solidFill>
                        </a:rPr>
                        <a:t>  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1" dirty="0">
                          <a:solidFill>
                            <a:schemeClr val="tx1"/>
                          </a:solidFill>
                        </a:rPr>
                        <a:t>       24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272810"/>
                  </a:ext>
                </a:extLst>
              </a:tr>
            </a:tbl>
          </a:graphicData>
        </a:graphic>
      </p:graphicFrame>
      <p:sp>
        <p:nvSpPr>
          <p:cNvPr id="35" name="Textfeld 34">
            <a:extLst>
              <a:ext uri="{FF2B5EF4-FFF2-40B4-BE49-F238E27FC236}">
                <a16:creationId xmlns:a16="http://schemas.microsoft.com/office/drawing/2014/main" id="{C020C295-B95C-423F-8041-FC00A485F44C}"/>
              </a:ext>
            </a:extLst>
          </p:cNvPr>
          <p:cNvSpPr txBox="1"/>
          <p:nvPr/>
        </p:nvSpPr>
        <p:spPr>
          <a:xfrm>
            <a:off x="555368" y="4184321"/>
            <a:ext cx="3159948" cy="1359673"/>
          </a:xfrm>
          <a:prstGeom prst="rect">
            <a:avLst/>
          </a:prstGeom>
          <a:gradFill flip="none" rotWithShape="1">
            <a:gsLst>
              <a:gs pos="15000">
                <a:srgbClr val="FF9933"/>
              </a:gs>
              <a:gs pos="0">
                <a:srgbClr val="FF9933"/>
              </a:gs>
              <a:gs pos="42000">
                <a:srgbClr val="F2A16A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80EBC403-9674-4D60-B384-03CD7D234E97}"/>
              </a:ext>
            </a:extLst>
          </p:cNvPr>
          <p:cNvCxnSpPr/>
          <p:nvPr/>
        </p:nvCxnSpPr>
        <p:spPr>
          <a:xfrm>
            <a:off x="555368" y="5543994"/>
            <a:ext cx="315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B68CAC83-49E8-40E5-88BE-384794CB1E10}"/>
              </a:ext>
            </a:extLst>
          </p:cNvPr>
          <p:cNvCxnSpPr/>
          <p:nvPr/>
        </p:nvCxnSpPr>
        <p:spPr>
          <a:xfrm>
            <a:off x="555368" y="4184321"/>
            <a:ext cx="0" cy="14945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1C901EEA-D0BC-47EC-BE21-6D003250F0A5}"/>
              </a:ext>
            </a:extLst>
          </p:cNvPr>
          <p:cNvCxnSpPr>
            <a:cxnSpLocks/>
            <a:endCxn id="33" idx="0"/>
          </p:cNvCxnSpPr>
          <p:nvPr/>
        </p:nvCxnSpPr>
        <p:spPr>
          <a:xfrm flipH="1">
            <a:off x="2135321" y="5543993"/>
            <a:ext cx="1200" cy="498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1AD59CD9-62DC-48C5-8B1F-69C03F45AC95}"/>
              </a:ext>
            </a:extLst>
          </p:cNvPr>
          <p:cNvCxnSpPr>
            <a:cxnSpLocks/>
          </p:cNvCxnSpPr>
          <p:nvPr/>
        </p:nvCxnSpPr>
        <p:spPr>
          <a:xfrm>
            <a:off x="3715316" y="5543993"/>
            <a:ext cx="0" cy="1348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Grafik 43">
            <a:extLst>
              <a:ext uri="{FF2B5EF4-FFF2-40B4-BE49-F238E27FC236}">
                <a16:creationId xmlns:a16="http://schemas.microsoft.com/office/drawing/2014/main" id="{78751678-C0AC-4AFB-92FA-EEB83F8085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945" y="5593851"/>
            <a:ext cx="304800" cy="304800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D9D6B75C-4105-49A6-9F62-E8301279EF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505" y="5593851"/>
            <a:ext cx="304800" cy="304800"/>
          </a:xfrm>
          <a:prstGeom prst="rect">
            <a:avLst/>
          </a:prstGeom>
        </p:spPr>
      </p:pic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0AD910F8-E91A-4475-8340-5BE1A0A5FBE2}"/>
              </a:ext>
            </a:extLst>
          </p:cNvPr>
          <p:cNvCxnSpPr>
            <a:cxnSpLocks/>
          </p:cNvCxnSpPr>
          <p:nvPr/>
        </p:nvCxnSpPr>
        <p:spPr>
          <a:xfrm>
            <a:off x="419995" y="5278783"/>
            <a:ext cx="3295295" cy="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DBDED0EE-26CD-4EE5-95FB-EE046977D753}"/>
              </a:ext>
            </a:extLst>
          </p:cNvPr>
          <p:cNvCxnSpPr>
            <a:cxnSpLocks/>
          </p:cNvCxnSpPr>
          <p:nvPr/>
        </p:nvCxnSpPr>
        <p:spPr>
          <a:xfrm>
            <a:off x="419995" y="4426296"/>
            <a:ext cx="3295295" cy="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hteck 47">
            <a:extLst>
              <a:ext uri="{FF2B5EF4-FFF2-40B4-BE49-F238E27FC236}">
                <a16:creationId xmlns:a16="http://schemas.microsoft.com/office/drawing/2014/main" id="{915E160E-AC81-4671-9224-BDB85EFD4D68}"/>
              </a:ext>
            </a:extLst>
          </p:cNvPr>
          <p:cNvSpPr/>
          <p:nvPr/>
        </p:nvSpPr>
        <p:spPr>
          <a:xfrm>
            <a:off x="57757" y="4295491"/>
            <a:ext cx="4187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1000" b="1" dirty="0"/>
              <a:t>Max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2502E12D-19FF-4CBB-BF82-6571441AA33E}"/>
              </a:ext>
            </a:extLst>
          </p:cNvPr>
          <p:cNvSpPr/>
          <p:nvPr/>
        </p:nvSpPr>
        <p:spPr>
          <a:xfrm>
            <a:off x="68177" y="5155672"/>
            <a:ext cx="39786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1000" b="1" dirty="0"/>
              <a:t>Min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24BF8A36-EEBE-450D-BC5E-358DD6FDB810}"/>
              </a:ext>
            </a:extLst>
          </p:cNvPr>
          <p:cNvGrpSpPr/>
          <p:nvPr/>
        </p:nvGrpSpPr>
        <p:grpSpPr>
          <a:xfrm>
            <a:off x="555351" y="4429505"/>
            <a:ext cx="1571643" cy="851213"/>
            <a:chOff x="544931" y="2532097"/>
            <a:chExt cx="1571643" cy="851213"/>
          </a:xfrm>
        </p:grpSpPr>
        <p:cxnSp>
          <p:nvCxnSpPr>
            <p:cNvPr id="51" name="Gerader Verbinder 50">
              <a:extLst>
                <a:ext uri="{FF2B5EF4-FFF2-40B4-BE49-F238E27FC236}">
                  <a16:creationId xmlns:a16="http://schemas.microsoft.com/office/drawing/2014/main" id="{664E6D22-92F0-4D71-A987-85E9A417E7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931" y="3381374"/>
              <a:ext cx="789994" cy="1"/>
            </a:xfrm>
            <a:prstGeom prst="line">
              <a:avLst/>
            </a:prstGeom>
            <a:ln w="25400">
              <a:solidFill>
                <a:srgbClr val="C00000">
                  <a:alpha val="7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E67DECC0-ECF8-4C6D-9324-482D1128E1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4925" y="3238838"/>
              <a:ext cx="117812" cy="144472"/>
            </a:xfrm>
            <a:prstGeom prst="line">
              <a:avLst/>
            </a:prstGeom>
            <a:ln w="25400">
              <a:solidFill>
                <a:srgbClr val="C00000">
                  <a:alpha val="7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A304B72C-D89E-4153-B324-B1890C1A0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49562" y="2912626"/>
              <a:ext cx="104601" cy="326473"/>
            </a:xfrm>
            <a:prstGeom prst="line">
              <a:avLst/>
            </a:prstGeom>
            <a:ln w="25400">
              <a:solidFill>
                <a:srgbClr val="C00000">
                  <a:alpha val="7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EE6E6BDF-B8FC-4FC0-8C8B-E7B0497E5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51587" y="2652569"/>
              <a:ext cx="253432" cy="261341"/>
            </a:xfrm>
            <a:prstGeom prst="line">
              <a:avLst/>
            </a:prstGeom>
            <a:ln w="25400">
              <a:solidFill>
                <a:srgbClr val="C00000">
                  <a:alpha val="7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54">
              <a:extLst>
                <a:ext uri="{FF2B5EF4-FFF2-40B4-BE49-F238E27FC236}">
                  <a16:creationId xmlns:a16="http://schemas.microsoft.com/office/drawing/2014/main" id="{5A691FBD-913C-44E5-B961-6B12B911C8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2443" y="2532097"/>
              <a:ext cx="314131" cy="121113"/>
            </a:xfrm>
            <a:prstGeom prst="line">
              <a:avLst/>
            </a:prstGeom>
            <a:ln w="25400">
              <a:solidFill>
                <a:srgbClr val="C00000">
                  <a:alpha val="7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2D46A7C3-5313-4CAC-9530-1513CF89BB65}"/>
              </a:ext>
            </a:extLst>
          </p:cNvPr>
          <p:cNvGrpSpPr/>
          <p:nvPr/>
        </p:nvGrpSpPr>
        <p:grpSpPr>
          <a:xfrm>
            <a:off x="2126994" y="4429505"/>
            <a:ext cx="1571643" cy="851213"/>
            <a:chOff x="2116574" y="2532097"/>
            <a:chExt cx="1571643" cy="851213"/>
          </a:xfrm>
        </p:grpSpPr>
        <p:cxnSp>
          <p:nvCxnSpPr>
            <p:cNvPr id="57" name="Gerader Verbinder 56">
              <a:extLst>
                <a:ext uri="{FF2B5EF4-FFF2-40B4-BE49-F238E27FC236}">
                  <a16:creationId xmlns:a16="http://schemas.microsoft.com/office/drawing/2014/main" id="{3FE0FECC-70B3-4187-AA41-1DA2FAAD3A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98223" y="3381374"/>
              <a:ext cx="789994" cy="1"/>
            </a:xfrm>
            <a:prstGeom prst="line">
              <a:avLst/>
            </a:prstGeom>
            <a:ln w="25400">
              <a:solidFill>
                <a:srgbClr val="C00000">
                  <a:alpha val="7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E74F387F-1A24-454F-9821-77DD18E875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0411" y="3238838"/>
              <a:ext cx="117812" cy="144472"/>
            </a:xfrm>
            <a:prstGeom prst="line">
              <a:avLst/>
            </a:prstGeom>
            <a:ln w="25400">
              <a:solidFill>
                <a:srgbClr val="C00000">
                  <a:alpha val="7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58">
              <a:extLst>
                <a:ext uri="{FF2B5EF4-FFF2-40B4-BE49-F238E27FC236}">
                  <a16:creationId xmlns:a16="http://schemas.microsoft.com/office/drawing/2014/main" id="{8160DA9A-A796-4D5C-AEB8-0CBECF8154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8985" y="2912626"/>
              <a:ext cx="104601" cy="326473"/>
            </a:xfrm>
            <a:prstGeom prst="line">
              <a:avLst/>
            </a:prstGeom>
            <a:ln w="25400">
              <a:solidFill>
                <a:srgbClr val="C00000">
                  <a:alpha val="7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1510C2BD-F96C-4E4B-B83C-84A8CDC606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28129" y="2652569"/>
              <a:ext cx="253432" cy="261341"/>
            </a:xfrm>
            <a:prstGeom prst="line">
              <a:avLst/>
            </a:prstGeom>
            <a:ln w="25400">
              <a:solidFill>
                <a:srgbClr val="C00000">
                  <a:alpha val="7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67">
              <a:extLst>
                <a:ext uri="{FF2B5EF4-FFF2-40B4-BE49-F238E27FC236}">
                  <a16:creationId xmlns:a16="http://schemas.microsoft.com/office/drawing/2014/main" id="{FD6496A8-F359-4AAC-8FBC-15407DCBCF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6574" y="2532097"/>
              <a:ext cx="314131" cy="121113"/>
            </a:xfrm>
            <a:prstGeom prst="line">
              <a:avLst/>
            </a:prstGeom>
            <a:ln w="25400">
              <a:solidFill>
                <a:srgbClr val="C00000">
                  <a:alpha val="7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9603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830</Words>
  <Application>Microsoft Office PowerPoint</Application>
  <PresentationFormat>Breitbild</PresentationFormat>
  <Paragraphs>770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Schoen</dc:creator>
  <cp:lastModifiedBy>Michael Schoen</cp:lastModifiedBy>
  <cp:revision>45</cp:revision>
  <dcterms:created xsi:type="dcterms:W3CDTF">2024-03-15T19:49:40Z</dcterms:created>
  <dcterms:modified xsi:type="dcterms:W3CDTF">2026-02-11T19:36:04Z</dcterms:modified>
</cp:coreProperties>
</file>